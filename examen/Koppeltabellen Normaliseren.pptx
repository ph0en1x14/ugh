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31"/>
  </p:notesMasterIdLst>
  <p:handoutMasterIdLst>
    <p:handoutMasterId r:id="rId32"/>
  </p:handoutMasterIdLst>
  <p:sldIdLst>
    <p:sldId id="350" r:id="rId5"/>
    <p:sldId id="352" r:id="rId6"/>
    <p:sldId id="380" r:id="rId7"/>
    <p:sldId id="361" r:id="rId8"/>
    <p:sldId id="377" r:id="rId9"/>
    <p:sldId id="374" r:id="rId10"/>
    <p:sldId id="376" r:id="rId11"/>
    <p:sldId id="375" r:id="rId12"/>
    <p:sldId id="387" r:id="rId13"/>
    <p:sldId id="383" r:id="rId14"/>
    <p:sldId id="382" r:id="rId15"/>
    <p:sldId id="379" r:id="rId16"/>
    <p:sldId id="365" r:id="rId17"/>
    <p:sldId id="369" r:id="rId18"/>
    <p:sldId id="388" r:id="rId19"/>
    <p:sldId id="370" r:id="rId20"/>
    <p:sldId id="371" r:id="rId21"/>
    <p:sldId id="372" r:id="rId22"/>
    <p:sldId id="373" r:id="rId23"/>
    <p:sldId id="366" r:id="rId24"/>
    <p:sldId id="381" r:id="rId25"/>
    <p:sldId id="384" r:id="rId26"/>
    <p:sldId id="367" r:id="rId27"/>
    <p:sldId id="385" r:id="rId28"/>
    <p:sldId id="386" r:id="rId29"/>
    <p:sldId id="343" r:id="rId30"/>
  </p:sldIdLst>
  <p:sldSz cx="12192000" cy="6858000"/>
  <p:notesSz cx="6858000" cy="9144000"/>
  <p:defaultTextStyle>
    <a:defPPr rtl="0">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eu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431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B732D4-7F2F-4E92-AD71-9E03C0759304}" v="123" dt="2023-03-08T13:49:18.036"/>
    <p1510:client id="{B1C0A58E-DB18-9C54-798B-4FE1AC666255}" v="3" dt="2023-10-02T17:40:39.072"/>
    <p1510:client id="{B6306FEF-6AC7-C601-5531-89782E915A9C}" v="9" dt="2023-10-03T10:53:49.777"/>
    <p1510:client id="{FBA63056-B0D8-0560-F4C8-BC1E12598BDA}" v="2" dt="2023-10-02T17:52:39.6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5226" autoAdjust="0"/>
  </p:normalViewPr>
  <p:slideViewPr>
    <p:cSldViewPr snapToGrid="0">
      <p:cViewPr varScale="1">
        <p:scale>
          <a:sx n="100" d="100"/>
          <a:sy n="100" d="100"/>
        </p:scale>
        <p:origin x="78" y="39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6" d="100"/>
          <a:sy n="96" d="100"/>
        </p:scale>
        <p:origin x="289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tt, Tim" userId="96464342-de45-4d8a-b3ef-ba7fe1692ea5" providerId="ADAL" clId="{8AB732D4-7F2F-4E92-AD71-9E03C0759304}"/>
    <pc:docChg chg="undo custSel addSld delSld modSld sldOrd">
      <pc:chgData name="Lutt, Tim" userId="96464342-de45-4d8a-b3ef-ba7fe1692ea5" providerId="ADAL" clId="{8AB732D4-7F2F-4E92-AD71-9E03C0759304}" dt="2023-03-08T13:50:03.170" v="11960" actId="5793"/>
      <pc:docMkLst>
        <pc:docMk/>
      </pc:docMkLst>
      <pc:sldChg chg="del">
        <pc:chgData name="Lutt, Tim" userId="96464342-de45-4d8a-b3ef-ba7fe1692ea5" providerId="ADAL" clId="{8AB732D4-7F2F-4E92-AD71-9E03C0759304}" dt="2023-03-08T11:29:09.527" v="625" actId="47"/>
        <pc:sldMkLst>
          <pc:docMk/>
          <pc:sldMk cId="2105465797" sldId="334"/>
        </pc:sldMkLst>
      </pc:sldChg>
      <pc:sldChg chg="modSp mod">
        <pc:chgData name="Lutt, Tim" userId="96464342-de45-4d8a-b3ef-ba7fe1692ea5" providerId="ADAL" clId="{8AB732D4-7F2F-4E92-AD71-9E03C0759304}" dt="2023-03-08T13:50:03.170" v="11960" actId="5793"/>
        <pc:sldMkLst>
          <pc:docMk/>
          <pc:sldMk cId="2336677316" sldId="343"/>
        </pc:sldMkLst>
        <pc:spChg chg="mod">
          <ac:chgData name="Lutt, Tim" userId="96464342-de45-4d8a-b3ef-ba7fe1692ea5" providerId="ADAL" clId="{8AB732D4-7F2F-4E92-AD71-9E03C0759304}" dt="2023-03-08T13:18:02.595" v="9135" actId="20577"/>
          <ac:spMkLst>
            <pc:docMk/>
            <pc:sldMk cId="2336677316" sldId="343"/>
            <ac:spMk id="2" creationId="{51DF3D98-3C30-4CFC-8643-C81E829C8C25}"/>
          </ac:spMkLst>
        </pc:spChg>
        <pc:spChg chg="mod">
          <ac:chgData name="Lutt, Tim" userId="96464342-de45-4d8a-b3ef-ba7fe1692ea5" providerId="ADAL" clId="{8AB732D4-7F2F-4E92-AD71-9E03C0759304}" dt="2023-03-08T11:31:49.589" v="915" actId="20577"/>
          <ac:spMkLst>
            <pc:docMk/>
            <pc:sldMk cId="2336677316" sldId="343"/>
            <ac:spMk id="9" creationId="{76767661-63CB-A645-82F2-3B860E338B67}"/>
          </ac:spMkLst>
        </pc:spChg>
        <pc:spChg chg="mod">
          <ac:chgData name="Lutt, Tim" userId="96464342-de45-4d8a-b3ef-ba7fe1692ea5" providerId="ADAL" clId="{8AB732D4-7F2F-4E92-AD71-9E03C0759304}" dt="2023-03-08T13:50:03.170" v="11960" actId="5793"/>
          <ac:spMkLst>
            <pc:docMk/>
            <pc:sldMk cId="2336677316" sldId="343"/>
            <ac:spMk id="11" creationId="{F0F25866-5DB1-334A-8037-692579FBDE39}"/>
          </ac:spMkLst>
        </pc:spChg>
      </pc:sldChg>
      <pc:sldChg chg="modSp mod">
        <pc:chgData name="Lutt, Tim" userId="96464342-de45-4d8a-b3ef-ba7fe1692ea5" providerId="ADAL" clId="{8AB732D4-7F2F-4E92-AD71-9E03C0759304}" dt="2023-03-08T13:40:17.041" v="11631" actId="113"/>
        <pc:sldMkLst>
          <pc:docMk/>
          <pc:sldMk cId="2960950710" sldId="350"/>
        </pc:sldMkLst>
        <pc:spChg chg="mod">
          <ac:chgData name="Lutt, Tim" userId="96464342-de45-4d8a-b3ef-ba7fe1692ea5" providerId="ADAL" clId="{8AB732D4-7F2F-4E92-AD71-9E03C0759304}" dt="2023-03-08T11:27:17.382" v="434" actId="6549"/>
          <ac:spMkLst>
            <pc:docMk/>
            <pc:sldMk cId="2960950710" sldId="350"/>
            <ac:spMk id="2" creationId="{293E168C-8042-5B4E-A5A4-A5BF693AE2D6}"/>
          </ac:spMkLst>
        </pc:spChg>
        <pc:spChg chg="mod">
          <ac:chgData name="Lutt, Tim" userId="96464342-de45-4d8a-b3ef-ba7fe1692ea5" providerId="ADAL" clId="{8AB732D4-7F2F-4E92-AD71-9E03C0759304}" dt="2023-03-08T13:40:17.041" v="11631" actId="113"/>
          <ac:spMkLst>
            <pc:docMk/>
            <pc:sldMk cId="2960950710" sldId="350"/>
            <ac:spMk id="3" creationId="{F18E61D8-31A3-2D45-8E25-CBE846E26E1C}"/>
          </ac:spMkLst>
        </pc:spChg>
      </pc:sldChg>
      <pc:sldChg chg="modSp mod">
        <pc:chgData name="Lutt, Tim" userId="96464342-de45-4d8a-b3ef-ba7fe1692ea5" providerId="ADAL" clId="{8AB732D4-7F2F-4E92-AD71-9E03C0759304}" dt="2023-03-08T13:40:09.464" v="11630" actId="20577"/>
        <pc:sldMkLst>
          <pc:docMk/>
          <pc:sldMk cId="289860937" sldId="352"/>
        </pc:sldMkLst>
        <pc:spChg chg="mod">
          <ac:chgData name="Lutt, Tim" userId="96464342-de45-4d8a-b3ef-ba7fe1692ea5" providerId="ADAL" clId="{8AB732D4-7F2F-4E92-AD71-9E03C0759304}" dt="2023-03-08T11:25:08.302" v="75" actId="20577"/>
          <ac:spMkLst>
            <pc:docMk/>
            <pc:sldMk cId="289860937" sldId="352"/>
            <ac:spMk id="2" creationId="{2DD54756-A790-C845-A85F-35391529E591}"/>
          </ac:spMkLst>
        </pc:spChg>
        <pc:spChg chg="mod">
          <ac:chgData name="Lutt, Tim" userId="96464342-de45-4d8a-b3ef-ba7fe1692ea5" providerId="ADAL" clId="{8AB732D4-7F2F-4E92-AD71-9E03C0759304}" dt="2023-03-08T11:27:03.536" v="398" actId="20577"/>
          <ac:spMkLst>
            <pc:docMk/>
            <pc:sldMk cId="289860937" sldId="352"/>
            <ac:spMk id="3" creationId="{91AA5D8C-0134-F046-A548-3465F817747C}"/>
          </ac:spMkLst>
        </pc:spChg>
        <pc:spChg chg="mod">
          <ac:chgData name="Lutt, Tim" userId="96464342-de45-4d8a-b3ef-ba7fe1692ea5" providerId="ADAL" clId="{8AB732D4-7F2F-4E92-AD71-9E03C0759304}" dt="2023-03-08T11:26:46.443" v="343" actId="20577"/>
          <ac:spMkLst>
            <pc:docMk/>
            <pc:sldMk cId="289860937" sldId="352"/>
            <ac:spMk id="4" creationId="{C7EC6698-132B-1143-A2A9-00A97D9572D8}"/>
          </ac:spMkLst>
        </pc:spChg>
        <pc:spChg chg="mod">
          <ac:chgData name="Lutt, Tim" userId="96464342-de45-4d8a-b3ef-ba7fe1692ea5" providerId="ADAL" clId="{8AB732D4-7F2F-4E92-AD71-9E03C0759304}" dt="2023-03-08T13:40:06.953" v="11629" actId="20577"/>
          <ac:spMkLst>
            <pc:docMk/>
            <pc:sldMk cId="289860937" sldId="352"/>
            <ac:spMk id="5" creationId="{6979C7D4-91CF-6443-91D5-65DC860B407D}"/>
          </ac:spMkLst>
        </pc:spChg>
        <pc:spChg chg="mod">
          <ac:chgData name="Lutt, Tim" userId="96464342-de45-4d8a-b3ef-ba7fe1692ea5" providerId="ADAL" clId="{8AB732D4-7F2F-4E92-AD71-9E03C0759304}" dt="2023-03-08T11:26:52.973" v="356" actId="20577"/>
          <ac:spMkLst>
            <pc:docMk/>
            <pc:sldMk cId="289860937" sldId="352"/>
            <ac:spMk id="6" creationId="{C0015C52-08ED-464E-B7E8-24892D9C1319}"/>
          </ac:spMkLst>
        </pc:spChg>
        <pc:spChg chg="mod">
          <ac:chgData name="Lutt, Tim" userId="96464342-de45-4d8a-b3ef-ba7fe1692ea5" providerId="ADAL" clId="{8AB732D4-7F2F-4E92-AD71-9E03C0759304}" dt="2023-03-08T13:40:09.464" v="11630" actId="20577"/>
          <ac:spMkLst>
            <pc:docMk/>
            <pc:sldMk cId="289860937" sldId="352"/>
            <ac:spMk id="7" creationId="{3E1C152D-1AA6-9242-B5C9-B06EEE4F9661}"/>
          </ac:spMkLst>
        </pc:spChg>
        <pc:spChg chg="mod">
          <ac:chgData name="Lutt, Tim" userId="96464342-de45-4d8a-b3ef-ba7fe1692ea5" providerId="ADAL" clId="{8AB732D4-7F2F-4E92-AD71-9E03C0759304}" dt="2023-03-08T11:27:13.987" v="432" actId="20577"/>
          <ac:spMkLst>
            <pc:docMk/>
            <pc:sldMk cId="289860937" sldId="352"/>
            <ac:spMk id="8" creationId="{B32B0C1D-C221-7C47-B7D6-77E7BDB41749}"/>
          </ac:spMkLst>
        </pc:spChg>
        <pc:spChg chg="mod">
          <ac:chgData name="Lutt, Tim" userId="96464342-de45-4d8a-b3ef-ba7fe1692ea5" providerId="ADAL" clId="{8AB732D4-7F2F-4E92-AD71-9E03C0759304}" dt="2023-03-08T11:28:37.707" v="584" actId="20577"/>
          <ac:spMkLst>
            <pc:docMk/>
            <pc:sldMk cId="289860937" sldId="352"/>
            <ac:spMk id="9" creationId="{38FB4732-AB07-C54D-AF44-F8ADB6D2B8B6}"/>
          </ac:spMkLst>
        </pc:spChg>
        <pc:spChg chg="mod">
          <ac:chgData name="Lutt, Tim" userId="96464342-de45-4d8a-b3ef-ba7fe1692ea5" providerId="ADAL" clId="{8AB732D4-7F2F-4E92-AD71-9E03C0759304}" dt="2023-03-08T11:28:27.671" v="583" actId="20577"/>
          <ac:spMkLst>
            <pc:docMk/>
            <pc:sldMk cId="289860937" sldId="352"/>
            <ac:spMk id="10" creationId="{69BD3932-D1D0-1045-BD96-8B26F11B8515}"/>
          </ac:spMkLst>
        </pc:spChg>
        <pc:spChg chg="mod">
          <ac:chgData name="Lutt, Tim" userId="96464342-de45-4d8a-b3ef-ba7fe1692ea5" providerId="ADAL" clId="{8AB732D4-7F2F-4E92-AD71-9E03C0759304}" dt="2023-03-08T11:28:09.248" v="551" actId="20577"/>
          <ac:spMkLst>
            <pc:docMk/>
            <pc:sldMk cId="289860937" sldId="352"/>
            <ac:spMk id="11" creationId="{7F247A08-A350-EF44-9F10-FC72B5466602}"/>
          </ac:spMkLst>
        </pc:spChg>
        <pc:spChg chg="mod">
          <ac:chgData name="Lutt, Tim" userId="96464342-de45-4d8a-b3ef-ba7fe1692ea5" providerId="ADAL" clId="{8AB732D4-7F2F-4E92-AD71-9E03C0759304}" dt="2023-03-08T13:17:57.180" v="9128" actId="20577"/>
          <ac:spMkLst>
            <pc:docMk/>
            <pc:sldMk cId="289860937" sldId="352"/>
            <ac:spMk id="12" creationId="{B115086E-2AC3-4F4D-8F85-104CFA64FECF}"/>
          </ac:spMkLst>
        </pc:spChg>
        <pc:spChg chg="mod">
          <ac:chgData name="Lutt, Tim" userId="96464342-de45-4d8a-b3ef-ba7fe1692ea5" providerId="ADAL" clId="{8AB732D4-7F2F-4E92-AD71-9E03C0759304}" dt="2023-03-08T11:30:57.815" v="856" actId="20577"/>
          <ac:spMkLst>
            <pc:docMk/>
            <pc:sldMk cId="289860937" sldId="352"/>
            <ac:spMk id="14" creationId="{C0BAE34D-BF83-084B-A10C-EB85694B9ACF}"/>
          </ac:spMkLst>
        </pc:spChg>
      </pc:sldChg>
      <pc:sldChg chg="del">
        <pc:chgData name="Lutt, Tim" userId="96464342-de45-4d8a-b3ef-ba7fe1692ea5" providerId="ADAL" clId="{8AB732D4-7F2F-4E92-AD71-9E03C0759304}" dt="2023-03-08T11:28:57.229" v="609" actId="47"/>
        <pc:sldMkLst>
          <pc:docMk/>
          <pc:sldMk cId="2521537536" sldId="353"/>
        </pc:sldMkLst>
      </pc:sldChg>
      <pc:sldChg chg="del">
        <pc:chgData name="Lutt, Tim" userId="96464342-de45-4d8a-b3ef-ba7fe1692ea5" providerId="ADAL" clId="{8AB732D4-7F2F-4E92-AD71-9E03C0759304}" dt="2023-03-08T11:28:57.229" v="609" actId="47"/>
        <pc:sldMkLst>
          <pc:docMk/>
          <pc:sldMk cId="1556310685" sldId="354"/>
        </pc:sldMkLst>
      </pc:sldChg>
      <pc:sldChg chg="del">
        <pc:chgData name="Lutt, Tim" userId="96464342-de45-4d8a-b3ef-ba7fe1692ea5" providerId="ADAL" clId="{8AB732D4-7F2F-4E92-AD71-9E03C0759304}" dt="2023-03-08T11:31:25.412" v="872" actId="47"/>
        <pc:sldMkLst>
          <pc:docMk/>
          <pc:sldMk cId="4206035864" sldId="355"/>
        </pc:sldMkLst>
      </pc:sldChg>
      <pc:sldChg chg="del">
        <pc:chgData name="Lutt, Tim" userId="96464342-de45-4d8a-b3ef-ba7fe1692ea5" providerId="ADAL" clId="{8AB732D4-7F2F-4E92-AD71-9E03C0759304}" dt="2023-03-08T11:28:59.203" v="610" actId="47"/>
        <pc:sldMkLst>
          <pc:docMk/>
          <pc:sldMk cId="188845726" sldId="356"/>
        </pc:sldMkLst>
      </pc:sldChg>
      <pc:sldChg chg="addSp delSp modSp del mod ord">
        <pc:chgData name="Lutt, Tim" userId="96464342-de45-4d8a-b3ef-ba7fe1692ea5" providerId="ADAL" clId="{8AB732D4-7F2F-4E92-AD71-9E03C0759304}" dt="2023-03-08T11:31:25.412" v="872" actId="47"/>
        <pc:sldMkLst>
          <pc:docMk/>
          <pc:sldMk cId="2509101887" sldId="357"/>
        </pc:sldMkLst>
        <pc:spChg chg="mod">
          <ac:chgData name="Lutt, Tim" userId="96464342-de45-4d8a-b3ef-ba7fe1692ea5" providerId="ADAL" clId="{8AB732D4-7F2F-4E92-AD71-9E03C0759304}" dt="2023-03-08T11:29:04.430" v="622" actId="20577"/>
          <ac:spMkLst>
            <pc:docMk/>
            <pc:sldMk cId="2509101887" sldId="357"/>
            <ac:spMk id="2" creationId="{00319620-6CCC-A34D-9D45-D6B57F800708}"/>
          </ac:spMkLst>
        </pc:spChg>
        <pc:spChg chg="del mod">
          <ac:chgData name="Lutt, Tim" userId="96464342-de45-4d8a-b3ef-ba7fe1692ea5" providerId="ADAL" clId="{8AB732D4-7F2F-4E92-AD71-9E03C0759304}" dt="2023-03-08T11:30:36.727" v="842" actId="478"/>
          <ac:spMkLst>
            <pc:docMk/>
            <pc:sldMk cId="2509101887" sldId="357"/>
            <ac:spMk id="3" creationId="{6873C602-BA59-1744-B258-B489E00A3E14}"/>
          </ac:spMkLst>
        </pc:spChg>
        <pc:spChg chg="del mod">
          <ac:chgData name="Lutt, Tim" userId="96464342-de45-4d8a-b3ef-ba7fe1692ea5" providerId="ADAL" clId="{8AB732D4-7F2F-4E92-AD71-9E03C0759304}" dt="2023-03-08T11:30:36.727" v="842" actId="478"/>
          <ac:spMkLst>
            <pc:docMk/>
            <pc:sldMk cId="2509101887" sldId="357"/>
            <ac:spMk id="4" creationId="{86655189-E7B2-3A4A-99EE-997592791F7D}"/>
          </ac:spMkLst>
        </pc:spChg>
        <pc:spChg chg="del mod">
          <ac:chgData name="Lutt, Tim" userId="96464342-de45-4d8a-b3ef-ba7fe1692ea5" providerId="ADAL" clId="{8AB732D4-7F2F-4E92-AD71-9E03C0759304}" dt="2023-03-08T11:30:36.727" v="842" actId="478"/>
          <ac:spMkLst>
            <pc:docMk/>
            <pc:sldMk cId="2509101887" sldId="357"/>
            <ac:spMk id="5" creationId="{FA4FEC49-A0F0-FB4E-9A87-B2EF11364721}"/>
          </ac:spMkLst>
        </pc:spChg>
        <pc:spChg chg="del mod">
          <ac:chgData name="Lutt, Tim" userId="96464342-de45-4d8a-b3ef-ba7fe1692ea5" providerId="ADAL" clId="{8AB732D4-7F2F-4E92-AD71-9E03C0759304}" dt="2023-03-08T11:30:36.727" v="842" actId="478"/>
          <ac:spMkLst>
            <pc:docMk/>
            <pc:sldMk cId="2509101887" sldId="357"/>
            <ac:spMk id="6" creationId="{8D4284CF-DF13-E947-ADA5-0FD9AAC03C23}"/>
          </ac:spMkLst>
        </pc:spChg>
        <pc:spChg chg="del">
          <ac:chgData name="Lutt, Tim" userId="96464342-de45-4d8a-b3ef-ba7fe1692ea5" providerId="ADAL" clId="{8AB732D4-7F2F-4E92-AD71-9E03C0759304}" dt="2023-03-08T11:30:36.727" v="842" actId="478"/>
          <ac:spMkLst>
            <pc:docMk/>
            <pc:sldMk cId="2509101887" sldId="357"/>
            <ac:spMk id="7" creationId="{4E355B93-F7B4-8649-8BBF-819B529D7EC7}"/>
          </ac:spMkLst>
        </pc:spChg>
        <pc:spChg chg="del mod">
          <ac:chgData name="Lutt, Tim" userId="96464342-de45-4d8a-b3ef-ba7fe1692ea5" providerId="ADAL" clId="{8AB732D4-7F2F-4E92-AD71-9E03C0759304}" dt="2023-03-08T11:30:36.727" v="842" actId="478"/>
          <ac:spMkLst>
            <pc:docMk/>
            <pc:sldMk cId="2509101887" sldId="357"/>
            <ac:spMk id="8" creationId="{58554997-3B04-634C-A36E-69B03113315A}"/>
          </ac:spMkLst>
        </pc:spChg>
        <pc:spChg chg="del">
          <ac:chgData name="Lutt, Tim" userId="96464342-de45-4d8a-b3ef-ba7fe1692ea5" providerId="ADAL" clId="{8AB732D4-7F2F-4E92-AD71-9E03C0759304}" dt="2023-03-08T11:30:36.727" v="842" actId="478"/>
          <ac:spMkLst>
            <pc:docMk/>
            <pc:sldMk cId="2509101887" sldId="357"/>
            <ac:spMk id="9" creationId="{55F2A68F-70C1-7F46-9A1C-586701744F58}"/>
          </ac:spMkLst>
        </pc:spChg>
        <pc:spChg chg="del mod">
          <ac:chgData name="Lutt, Tim" userId="96464342-de45-4d8a-b3ef-ba7fe1692ea5" providerId="ADAL" clId="{8AB732D4-7F2F-4E92-AD71-9E03C0759304}" dt="2023-03-08T11:30:36.727" v="842" actId="478"/>
          <ac:spMkLst>
            <pc:docMk/>
            <pc:sldMk cId="2509101887" sldId="357"/>
            <ac:spMk id="10" creationId="{9C396C20-F6DF-C940-BE16-6E008BFF9CB9}"/>
          </ac:spMkLst>
        </pc:spChg>
        <pc:spChg chg="del">
          <ac:chgData name="Lutt, Tim" userId="96464342-de45-4d8a-b3ef-ba7fe1692ea5" providerId="ADAL" clId="{8AB732D4-7F2F-4E92-AD71-9E03C0759304}" dt="2023-03-08T11:30:36.727" v="842" actId="478"/>
          <ac:spMkLst>
            <pc:docMk/>
            <pc:sldMk cId="2509101887" sldId="357"/>
            <ac:spMk id="11" creationId="{188C120B-6FFA-9C42-80DF-9F19DE9503F4}"/>
          </ac:spMkLst>
        </pc:spChg>
        <pc:spChg chg="del">
          <ac:chgData name="Lutt, Tim" userId="96464342-de45-4d8a-b3ef-ba7fe1692ea5" providerId="ADAL" clId="{8AB732D4-7F2F-4E92-AD71-9E03C0759304}" dt="2023-03-08T11:30:36.727" v="842" actId="478"/>
          <ac:spMkLst>
            <pc:docMk/>
            <pc:sldMk cId="2509101887" sldId="357"/>
            <ac:spMk id="12" creationId="{6F29C953-E914-EE4E-B001-1E1EAD7BFD8A}"/>
          </ac:spMkLst>
        </pc:spChg>
        <pc:spChg chg="del">
          <ac:chgData name="Lutt, Tim" userId="96464342-de45-4d8a-b3ef-ba7fe1692ea5" providerId="ADAL" clId="{8AB732D4-7F2F-4E92-AD71-9E03C0759304}" dt="2023-03-08T11:30:36.727" v="842" actId="478"/>
          <ac:spMkLst>
            <pc:docMk/>
            <pc:sldMk cId="2509101887" sldId="357"/>
            <ac:spMk id="13" creationId="{B2B0E625-26CC-9744-9B92-56905E797B65}"/>
          </ac:spMkLst>
        </pc:spChg>
        <pc:spChg chg="add mod">
          <ac:chgData name="Lutt, Tim" userId="96464342-de45-4d8a-b3ef-ba7fe1692ea5" providerId="ADAL" clId="{8AB732D4-7F2F-4E92-AD71-9E03C0759304}" dt="2023-03-08T11:30:36.727" v="842" actId="478"/>
          <ac:spMkLst>
            <pc:docMk/>
            <pc:sldMk cId="2509101887" sldId="357"/>
            <ac:spMk id="15" creationId="{9A047942-06CA-92B9-C0AB-7CDEFC5E0F0C}"/>
          </ac:spMkLst>
        </pc:spChg>
        <pc:spChg chg="add mod">
          <ac:chgData name="Lutt, Tim" userId="96464342-de45-4d8a-b3ef-ba7fe1692ea5" providerId="ADAL" clId="{8AB732D4-7F2F-4E92-AD71-9E03C0759304}" dt="2023-03-08T11:30:36.727" v="842" actId="478"/>
          <ac:spMkLst>
            <pc:docMk/>
            <pc:sldMk cId="2509101887" sldId="357"/>
            <ac:spMk id="17" creationId="{33E3A6CE-61D8-7FBF-0B0C-E8CEEF514866}"/>
          </ac:spMkLst>
        </pc:spChg>
        <pc:spChg chg="add mod">
          <ac:chgData name="Lutt, Tim" userId="96464342-de45-4d8a-b3ef-ba7fe1692ea5" providerId="ADAL" clId="{8AB732D4-7F2F-4E92-AD71-9E03C0759304}" dt="2023-03-08T11:30:36.727" v="842" actId="478"/>
          <ac:spMkLst>
            <pc:docMk/>
            <pc:sldMk cId="2509101887" sldId="357"/>
            <ac:spMk id="19" creationId="{760EAFA6-0036-06B9-B1F6-0F701DD0D4BC}"/>
          </ac:spMkLst>
        </pc:spChg>
        <pc:spChg chg="add mod">
          <ac:chgData name="Lutt, Tim" userId="96464342-de45-4d8a-b3ef-ba7fe1692ea5" providerId="ADAL" clId="{8AB732D4-7F2F-4E92-AD71-9E03C0759304}" dt="2023-03-08T11:30:36.727" v="842" actId="478"/>
          <ac:spMkLst>
            <pc:docMk/>
            <pc:sldMk cId="2509101887" sldId="357"/>
            <ac:spMk id="21" creationId="{09A3090F-ABEC-8EA8-7269-B3911F801B8F}"/>
          </ac:spMkLst>
        </pc:spChg>
        <pc:spChg chg="add mod">
          <ac:chgData name="Lutt, Tim" userId="96464342-de45-4d8a-b3ef-ba7fe1692ea5" providerId="ADAL" clId="{8AB732D4-7F2F-4E92-AD71-9E03C0759304}" dt="2023-03-08T11:30:36.727" v="842" actId="478"/>
          <ac:spMkLst>
            <pc:docMk/>
            <pc:sldMk cId="2509101887" sldId="357"/>
            <ac:spMk id="23" creationId="{ACEF5B96-9761-7CE2-FA4A-7ED5009B24FE}"/>
          </ac:spMkLst>
        </pc:spChg>
        <pc:spChg chg="add mod">
          <ac:chgData name="Lutt, Tim" userId="96464342-de45-4d8a-b3ef-ba7fe1692ea5" providerId="ADAL" clId="{8AB732D4-7F2F-4E92-AD71-9E03C0759304}" dt="2023-03-08T11:30:36.727" v="842" actId="478"/>
          <ac:spMkLst>
            <pc:docMk/>
            <pc:sldMk cId="2509101887" sldId="357"/>
            <ac:spMk id="25" creationId="{53858A0C-1A68-408B-9EBC-9851A5D0BCFC}"/>
          </ac:spMkLst>
        </pc:spChg>
        <pc:spChg chg="add mod">
          <ac:chgData name="Lutt, Tim" userId="96464342-de45-4d8a-b3ef-ba7fe1692ea5" providerId="ADAL" clId="{8AB732D4-7F2F-4E92-AD71-9E03C0759304}" dt="2023-03-08T11:30:36.727" v="842" actId="478"/>
          <ac:spMkLst>
            <pc:docMk/>
            <pc:sldMk cId="2509101887" sldId="357"/>
            <ac:spMk id="27" creationId="{F43A7DBD-2EFE-0E39-A47A-587B477F81A0}"/>
          </ac:spMkLst>
        </pc:spChg>
        <pc:spChg chg="add mod">
          <ac:chgData name="Lutt, Tim" userId="96464342-de45-4d8a-b3ef-ba7fe1692ea5" providerId="ADAL" clId="{8AB732D4-7F2F-4E92-AD71-9E03C0759304}" dt="2023-03-08T11:30:36.727" v="842" actId="478"/>
          <ac:spMkLst>
            <pc:docMk/>
            <pc:sldMk cId="2509101887" sldId="357"/>
            <ac:spMk id="29" creationId="{577C41BD-9A22-3090-AC1C-94A91CD35DE1}"/>
          </ac:spMkLst>
        </pc:spChg>
      </pc:sldChg>
      <pc:sldChg chg="addSp delSp modSp mod ord">
        <pc:chgData name="Lutt, Tim" userId="96464342-de45-4d8a-b3ef-ba7fe1692ea5" providerId="ADAL" clId="{8AB732D4-7F2F-4E92-AD71-9E03C0759304}" dt="2023-03-08T13:41:29.390" v="11661" actId="20577"/>
        <pc:sldMkLst>
          <pc:docMk/>
          <pc:sldMk cId="391246093" sldId="361"/>
        </pc:sldMkLst>
        <pc:spChg chg="mod">
          <ac:chgData name="Lutt, Tim" userId="96464342-de45-4d8a-b3ef-ba7fe1692ea5" providerId="ADAL" clId="{8AB732D4-7F2F-4E92-AD71-9E03C0759304}" dt="2023-03-08T11:28:49.484" v="606" actId="20577"/>
          <ac:spMkLst>
            <pc:docMk/>
            <pc:sldMk cId="391246093" sldId="361"/>
            <ac:spMk id="3" creationId="{1353F689-2E51-BF4F-AE47-7CEB7CC4C52A}"/>
          </ac:spMkLst>
        </pc:spChg>
        <pc:spChg chg="del mod">
          <ac:chgData name="Lutt, Tim" userId="96464342-de45-4d8a-b3ef-ba7fe1692ea5" providerId="ADAL" clId="{8AB732D4-7F2F-4E92-AD71-9E03C0759304}" dt="2023-03-08T12:33:36.775" v="6282" actId="21"/>
          <ac:spMkLst>
            <pc:docMk/>
            <pc:sldMk cId="391246093" sldId="361"/>
            <ac:spMk id="4" creationId="{A17F80A9-6337-524E-AC61-32C5AFEE8E6D}"/>
          </ac:spMkLst>
        </pc:spChg>
        <pc:spChg chg="mod">
          <ac:chgData name="Lutt, Tim" userId="96464342-de45-4d8a-b3ef-ba7fe1692ea5" providerId="ADAL" clId="{8AB732D4-7F2F-4E92-AD71-9E03C0759304}" dt="2023-03-08T11:31:20.159" v="870" actId="20577"/>
          <ac:spMkLst>
            <pc:docMk/>
            <pc:sldMk cId="391246093" sldId="361"/>
            <ac:spMk id="6" creationId="{66F3960A-D260-8445-A153-0B674474CEBD}"/>
          </ac:spMkLst>
        </pc:spChg>
        <pc:spChg chg="add del mod">
          <ac:chgData name="Lutt, Tim" userId="96464342-de45-4d8a-b3ef-ba7fe1692ea5" providerId="ADAL" clId="{8AB732D4-7F2F-4E92-AD71-9E03C0759304}" dt="2023-03-08T12:18:18.209" v="4278" actId="478"/>
          <ac:spMkLst>
            <pc:docMk/>
            <pc:sldMk cId="391246093" sldId="361"/>
            <ac:spMk id="8" creationId="{A9F5B76F-93FD-E9C0-6A3F-42DFB713BEAB}"/>
          </ac:spMkLst>
        </pc:spChg>
        <pc:spChg chg="add del mod">
          <ac:chgData name="Lutt, Tim" userId="96464342-de45-4d8a-b3ef-ba7fe1692ea5" providerId="ADAL" clId="{8AB732D4-7F2F-4E92-AD71-9E03C0759304}" dt="2023-03-08T12:18:26.628" v="4284" actId="21"/>
          <ac:spMkLst>
            <pc:docMk/>
            <pc:sldMk cId="391246093" sldId="361"/>
            <ac:spMk id="12" creationId="{F9C9ECFC-357B-BB10-90A4-0248972E62F7}"/>
          </ac:spMkLst>
        </pc:spChg>
        <pc:spChg chg="add del mod">
          <ac:chgData name="Lutt, Tim" userId="96464342-de45-4d8a-b3ef-ba7fe1692ea5" providerId="ADAL" clId="{8AB732D4-7F2F-4E92-AD71-9E03C0759304}" dt="2023-03-08T12:33:38.924" v="6283" actId="21"/>
          <ac:spMkLst>
            <pc:docMk/>
            <pc:sldMk cId="391246093" sldId="361"/>
            <ac:spMk id="20" creationId="{CD429ADF-9E4E-242E-273E-AE77FC3D473D}"/>
          </ac:spMkLst>
        </pc:spChg>
        <pc:spChg chg="add mod">
          <ac:chgData name="Lutt, Tim" userId="96464342-de45-4d8a-b3ef-ba7fe1692ea5" providerId="ADAL" clId="{8AB732D4-7F2F-4E92-AD71-9E03C0759304}" dt="2023-03-08T13:41:29.390" v="11661" actId="20577"/>
          <ac:spMkLst>
            <pc:docMk/>
            <pc:sldMk cId="391246093" sldId="361"/>
            <ac:spMk id="30" creationId="{2577BF05-22C6-BB8B-5905-23435CC53D44}"/>
          </ac:spMkLst>
        </pc:spChg>
        <pc:grpChg chg="add mod">
          <ac:chgData name="Lutt, Tim" userId="96464342-de45-4d8a-b3ef-ba7fe1692ea5" providerId="ADAL" clId="{8AB732D4-7F2F-4E92-AD71-9E03C0759304}" dt="2023-03-08T12:37:19.362" v="6367" actId="164"/>
          <ac:grpSpMkLst>
            <pc:docMk/>
            <pc:sldMk cId="391246093" sldId="361"/>
            <ac:grpSpMk id="31" creationId="{1B0D4CCD-9EB6-E219-300A-0593054FA490}"/>
          </ac:grpSpMkLst>
        </pc:grpChg>
        <pc:graphicFrameChg chg="add del mod">
          <ac:chgData name="Lutt, Tim" userId="96464342-de45-4d8a-b3ef-ba7fe1692ea5" providerId="ADAL" clId="{8AB732D4-7F2F-4E92-AD71-9E03C0759304}" dt="2023-03-08T12:33:57.367" v="6287" actId="21"/>
          <ac:graphicFrameMkLst>
            <pc:docMk/>
            <pc:sldMk cId="391246093" sldId="361"/>
            <ac:graphicFrameMk id="21" creationId="{6BC68971-B498-A79B-A3A7-24114EF878BD}"/>
          </ac:graphicFrameMkLst>
        </pc:graphicFrameChg>
        <pc:picChg chg="add del mod">
          <ac:chgData name="Lutt, Tim" userId="96464342-de45-4d8a-b3ef-ba7fe1692ea5" providerId="ADAL" clId="{8AB732D4-7F2F-4E92-AD71-9E03C0759304}" dt="2023-03-08T12:22:38.907" v="4521" actId="21"/>
          <ac:picMkLst>
            <pc:docMk/>
            <pc:sldMk cId="391246093" sldId="361"/>
            <ac:picMk id="10" creationId="{07F345A3-AB4E-1D6B-4A3E-87217EEF5DC5}"/>
          </ac:picMkLst>
        </pc:picChg>
        <pc:picChg chg="add del mod modCrop">
          <ac:chgData name="Lutt, Tim" userId="96464342-de45-4d8a-b3ef-ba7fe1692ea5" providerId="ADAL" clId="{8AB732D4-7F2F-4E92-AD71-9E03C0759304}" dt="2023-03-08T12:18:54.547" v="4294" actId="21"/>
          <ac:picMkLst>
            <pc:docMk/>
            <pc:sldMk cId="391246093" sldId="361"/>
            <ac:picMk id="13" creationId="{C7F1F3F1-D2EA-7E4F-4866-8907DC9DD49C}"/>
          </ac:picMkLst>
        </pc:picChg>
        <pc:picChg chg="add del mod">
          <ac:chgData name="Lutt, Tim" userId="96464342-de45-4d8a-b3ef-ba7fe1692ea5" providerId="ADAL" clId="{8AB732D4-7F2F-4E92-AD71-9E03C0759304}" dt="2023-03-08T12:23:09.032" v="4547" actId="478"/>
          <ac:picMkLst>
            <pc:docMk/>
            <pc:sldMk cId="391246093" sldId="361"/>
            <ac:picMk id="14" creationId="{96170E2A-1156-A2B8-3BDD-80014DC8ED59}"/>
          </ac:picMkLst>
        </pc:picChg>
        <pc:picChg chg="add del mod">
          <ac:chgData name="Lutt, Tim" userId="96464342-de45-4d8a-b3ef-ba7fe1692ea5" providerId="ADAL" clId="{8AB732D4-7F2F-4E92-AD71-9E03C0759304}" dt="2023-03-08T12:42:54.080" v="6979" actId="478"/>
          <ac:picMkLst>
            <pc:docMk/>
            <pc:sldMk cId="391246093" sldId="361"/>
            <ac:picMk id="16" creationId="{AAA38567-7B31-4C9D-49EF-4124C843C6C6}"/>
          </ac:picMkLst>
        </pc:picChg>
        <pc:picChg chg="add del mod modCrop">
          <ac:chgData name="Lutt, Tim" userId="96464342-de45-4d8a-b3ef-ba7fe1692ea5" providerId="ADAL" clId="{8AB732D4-7F2F-4E92-AD71-9E03C0759304}" dt="2023-03-08T12:33:39.484" v="6284" actId="21"/>
          <ac:picMkLst>
            <pc:docMk/>
            <pc:sldMk cId="391246093" sldId="361"/>
            <ac:picMk id="17" creationId="{BFB2F358-6FBB-7415-8898-7FB0CD79C6D4}"/>
          </ac:picMkLst>
        </pc:picChg>
        <pc:picChg chg="add del mod modCrop">
          <ac:chgData name="Lutt, Tim" userId="96464342-de45-4d8a-b3ef-ba7fe1692ea5" providerId="ADAL" clId="{8AB732D4-7F2F-4E92-AD71-9E03C0759304}" dt="2023-03-08T12:33:39.972" v="6285" actId="21"/>
          <ac:picMkLst>
            <pc:docMk/>
            <pc:sldMk cId="391246093" sldId="361"/>
            <ac:picMk id="18" creationId="{06B44BE6-DA70-B2D0-73F6-7887DC454D13}"/>
          </ac:picMkLst>
        </pc:picChg>
        <pc:picChg chg="add mod">
          <ac:chgData name="Lutt, Tim" userId="96464342-de45-4d8a-b3ef-ba7fe1692ea5" providerId="ADAL" clId="{8AB732D4-7F2F-4E92-AD71-9E03C0759304}" dt="2023-03-08T12:37:19.362" v="6367" actId="164"/>
          <ac:picMkLst>
            <pc:docMk/>
            <pc:sldMk cId="391246093" sldId="361"/>
            <ac:picMk id="23" creationId="{46142F1E-A819-202C-7BEB-91549EB77B4C}"/>
          </ac:picMkLst>
        </pc:picChg>
        <pc:picChg chg="add mod">
          <ac:chgData name="Lutt, Tim" userId="96464342-de45-4d8a-b3ef-ba7fe1692ea5" providerId="ADAL" clId="{8AB732D4-7F2F-4E92-AD71-9E03C0759304}" dt="2023-03-08T12:37:19.362" v="6367" actId="164"/>
          <ac:picMkLst>
            <pc:docMk/>
            <pc:sldMk cId="391246093" sldId="361"/>
            <ac:picMk id="25" creationId="{F8A694C6-45E0-9A10-CF8E-4CAED06CB134}"/>
          </ac:picMkLst>
        </pc:picChg>
        <pc:picChg chg="add mod ord modCrop">
          <ac:chgData name="Lutt, Tim" userId="96464342-de45-4d8a-b3ef-ba7fe1692ea5" providerId="ADAL" clId="{8AB732D4-7F2F-4E92-AD71-9E03C0759304}" dt="2023-03-08T12:37:19.362" v="6367" actId="164"/>
          <ac:picMkLst>
            <pc:docMk/>
            <pc:sldMk cId="391246093" sldId="361"/>
            <ac:picMk id="27" creationId="{5395303A-6BCF-5AF2-393F-58A4D57D3C7B}"/>
          </ac:picMkLst>
        </pc:picChg>
        <pc:picChg chg="add mod">
          <ac:chgData name="Lutt, Tim" userId="96464342-de45-4d8a-b3ef-ba7fe1692ea5" providerId="ADAL" clId="{8AB732D4-7F2F-4E92-AD71-9E03C0759304}" dt="2023-03-08T12:37:19.362" v="6367" actId="164"/>
          <ac:picMkLst>
            <pc:docMk/>
            <pc:sldMk cId="391246093" sldId="361"/>
            <ac:picMk id="29" creationId="{1BBCA672-F1F5-DA95-49FC-CA012A12CA25}"/>
          </ac:picMkLst>
        </pc:picChg>
        <pc:picChg chg="add mod">
          <ac:chgData name="Lutt, Tim" userId="96464342-de45-4d8a-b3ef-ba7fe1692ea5" providerId="ADAL" clId="{8AB732D4-7F2F-4E92-AD71-9E03C0759304}" dt="2023-03-08T12:42:54.328" v="6980"/>
          <ac:picMkLst>
            <pc:docMk/>
            <pc:sldMk cId="391246093" sldId="361"/>
            <ac:picMk id="32" creationId="{BD3CA889-8BBF-36E9-832A-DA2B9A7F9E0C}"/>
          </ac:picMkLst>
        </pc:picChg>
        <pc:picChg chg="add del">
          <ac:chgData name="Lutt, Tim" userId="96464342-de45-4d8a-b3ef-ba7fe1692ea5" providerId="ADAL" clId="{8AB732D4-7F2F-4E92-AD71-9E03C0759304}" dt="2023-03-08T12:18:25.625" v="4283" actId="21"/>
          <ac:picMkLst>
            <pc:docMk/>
            <pc:sldMk cId="391246093" sldId="361"/>
            <ac:picMk id="53" creationId="{CAC9EF15-08A3-406D-9236-76A5454D5F8A}"/>
          </ac:picMkLst>
        </pc:picChg>
      </pc:sldChg>
      <pc:sldChg chg="modSp del mod">
        <pc:chgData name="Lutt, Tim" userId="96464342-de45-4d8a-b3ef-ba7fe1692ea5" providerId="ADAL" clId="{8AB732D4-7F2F-4E92-AD71-9E03C0759304}" dt="2023-03-08T13:29:21.308" v="10527" actId="47"/>
        <pc:sldMkLst>
          <pc:docMk/>
          <pc:sldMk cId="767675903" sldId="362"/>
        </pc:sldMkLst>
        <pc:spChg chg="mod">
          <ac:chgData name="Lutt, Tim" userId="96464342-de45-4d8a-b3ef-ba7fe1692ea5" providerId="ADAL" clId="{8AB732D4-7F2F-4E92-AD71-9E03C0759304}" dt="2023-03-08T11:31:30.262" v="886" actId="20577"/>
          <ac:spMkLst>
            <pc:docMk/>
            <pc:sldMk cId="767675903" sldId="362"/>
            <ac:spMk id="8" creationId="{2A659727-BBB9-9B49-BCA1-694F74F717C4}"/>
          </ac:spMkLst>
        </pc:spChg>
      </pc:sldChg>
      <pc:sldChg chg="del">
        <pc:chgData name="Lutt, Tim" userId="96464342-de45-4d8a-b3ef-ba7fe1692ea5" providerId="ADAL" clId="{8AB732D4-7F2F-4E92-AD71-9E03C0759304}" dt="2023-03-08T11:31:34.334" v="887" actId="47"/>
        <pc:sldMkLst>
          <pc:docMk/>
          <pc:sldMk cId="495483412" sldId="363"/>
        </pc:sldMkLst>
      </pc:sldChg>
      <pc:sldChg chg="del">
        <pc:chgData name="Lutt, Tim" userId="96464342-de45-4d8a-b3ef-ba7fe1692ea5" providerId="ADAL" clId="{8AB732D4-7F2F-4E92-AD71-9E03C0759304}" dt="2023-03-08T11:31:34.334" v="887" actId="47"/>
        <pc:sldMkLst>
          <pc:docMk/>
          <pc:sldMk cId="643842168" sldId="364"/>
        </pc:sldMkLst>
      </pc:sldChg>
      <pc:sldChg chg="addSp delSp modSp add mod">
        <pc:chgData name="Lutt, Tim" userId="96464342-de45-4d8a-b3ef-ba7fe1692ea5" providerId="ADAL" clId="{8AB732D4-7F2F-4E92-AD71-9E03C0759304}" dt="2023-03-08T13:44:29.270" v="11786" actId="20577"/>
        <pc:sldMkLst>
          <pc:docMk/>
          <pc:sldMk cId="579246477" sldId="365"/>
        </pc:sldMkLst>
        <pc:spChg chg="mod">
          <ac:chgData name="Lutt, Tim" userId="96464342-de45-4d8a-b3ef-ba7fe1692ea5" providerId="ADAL" clId="{8AB732D4-7F2F-4E92-AD71-9E03C0759304}" dt="2023-03-08T11:32:03.693" v="916"/>
          <ac:spMkLst>
            <pc:docMk/>
            <pc:sldMk cId="579246477" sldId="365"/>
            <ac:spMk id="3" creationId="{1353F689-2E51-BF4F-AE47-7CEB7CC4C52A}"/>
          </ac:spMkLst>
        </pc:spChg>
        <pc:spChg chg="mod">
          <ac:chgData name="Lutt, Tim" userId="96464342-de45-4d8a-b3ef-ba7fe1692ea5" providerId="ADAL" clId="{8AB732D4-7F2F-4E92-AD71-9E03C0759304}" dt="2023-03-08T13:44:29.270" v="11786" actId="20577"/>
          <ac:spMkLst>
            <pc:docMk/>
            <pc:sldMk cId="579246477" sldId="365"/>
            <ac:spMk id="4" creationId="{A17F80A9-6337-524E-AC61-32C5AFEE8E6D}"/>
          </ac:spMkLst>
        </pc:spChg>
        <pc:spChg chg="add del mod">
          <ac:chgData name="Lutt, Tim" userId="96464342-de45-4d8a-b3ef-ba7fe1692ea5" providerId="ADAL" clId="{8AB732D4-7F2F-4E92-AD71-9E03C0759304}" dt="2023-03-08T11:32:36.941" v="926" actId="21"/>
          <ac:spMkLst>
            <pc:docMk/>
            <pc:sldMk cId="579246477" sldId="365"/>
            <ac:spMk id="10" creationId="{CD5F3C36-FC57-0783-9BEF-43E9A99D99A5}"/>
          </ac:spMkLst>
        </pc:spChg>
        <pc:picChg chg="add mod">
          <ac:chgData name="Lutt, Tim" userId="96464342-de45-4d8a-b3ef-ba7fe1692ea5" providerId="ADAL" clId="{8AB732D4-7F2F-4E92-AD71-9E03C0759304}" dt="2023-03-08T11:34:56.075" v="1192" actId="1076"/>
          <ac:picMkLst>
            <pc:docMk/>
            <pc:sldMk cId="579246477" sldId="365"/>
            <ac:picMk id="8" creationId="{B14D4D1B-9190-6A59-F3F7-5370163B568B}"/>
          </ac:picMkLst>
        </pc:picChg>
        <pc:picChg chg="add mod">
          <ac:chgData name="Lutt, Tim" userId="96464342-de45-4d8a-b3ef-ba7fe1692ea5" providerId="ADAL" clId="{8AB732D4-7F2F-4E92-AD71-9E03C0759304}" dt="2023-03-08T12:48:51.413" v="7511" actId="1076"/>
          <ac:picMkLst>
            <pc:docMk/>
            <pc:sldMk cId="579246477" sldId="365"/>
            <ac:picMk id="12" creationId="{79130967-E518-2AA6-FED0-CFC8E3781331}"/>
          </ac:picMkLst>
        </pc:picChg>
        <pc:picChg chg="del">
          <ac:chgData name="Lutt, Tim" userId="96464342-de45-4d8a-b3ef-ba7fe1692ea5" providerId="ADAL" clId="{8AB732D4-7F2F-4E92-AD71-9E03C0759304}" dt="2023-03-08T11:32:31.345" v="923" actId="21"/>
          <ac:picMkLst>
            <pc:docMk/>
            <pc:sldMk cId="579246477" sldId="365"/>
            <ac:picMk id="53" creationId="{CAC9EF15-08A3-406D-9236-76A5454D5F8A}"/>
          </ac:picMkLst>
        </pc:picChg>
      </pc:sldChg>
      <pc:sldChg chg="addSp delSp modSp add mod">
        <pc:chgData name="Lutt, Tim" userId="96464342-de45-4d8a-b3ef-ba7fe1692ea5" providerId="ADAL" clId="{8AB732D4-7F2F-4E92-AD71-9E03C0759304}" dt="2023-03-08T12:49:20.572" v="7549" actId="20577"/>
        <pc:sldMkLst>
          <pc:docMk/>
          <pc:sldMk cId="931589138" sldId="366"/>
        </pc:sldMkLst>
        <pc:spChg chg="mod">
          <ac:chgData name="Lutt, Tim" userId="96464342-de45-4d8a-b3ef-ba7fe1692ea5" providerId="ADAL" clId="{8AB732D4-7F2F-4E92-AD71-9E03C0759304}" dt="2023-03-08T11:32:09.653" v="919" actId="27636"/>
          <ac:spMkLst>
            <pc:docMk/>
            <pc:sldMk cId="931589138" sldId="366"/>
            <ac:spMk id="3" creationId="{1353F689-2E51-BF4F-AE47-7CEB7CC4C52A}"/>
          </ac:spMkLst>
        </pc:spChg>
        <pc:spChg chg="mod">
          <ac:chgData name="Lutt, Tim" userId="96464342-de45-4d8a-b3ef-ba7fe1692ea5" providerId="ADAL" clId="{8AB732D4-7F2F-4E92-AD71-9E03C0759304}" dt="2023-03-08T12:49:20.572" v="7549" actId="20577"/>
          <ac:spMkLst>
            <pc:docMk/>
            <pc:sldMk cId="931589138" sldId="366"/>
            <ac:spMk id="4" creationId="{A17F80A9-6337-524E-AC61-32C5AFEE8E6D}"/>
          </ac:spMkLst>
        </pc:spChg>
        <pc:spChg chg="add del mod">
          <ac:chgData name="Lutt, Tim" userId="96464342-de45-4d8a-b3ef-ba7fe1692ea5" providerId="ADAL" clId="{8AB732D4-7F2F-4E92-AD71-9E03C0759304}" dt="2023-03-08T12:07:35.427" v="3714" actId="478"/>
          <ac:spMkLst>
            <pc:docMk/>
            <pc:sldMk cId="931589138" sldId="366"/>
            <ac:spMk id="8" creationId="{EE3E7E40-3E08-5B98-6D2F-7944824C1392}"/>
          </ac:spMkLst>
        </pc:spChg>
        <pc:spChg chg="add del mod">
          <ac:chgData name="Lutt, Tim" userId="96464342-de45-4d8a-b3ef-ba7fe1692ea5" providerId="ADAL" clId="{8AB732D4-7F2F-4E92-AD71-9E03C0759304}" dt="2023-03-08T12:07:40.979" v="3718" actId="21"/>
          <ac:spMkLst>
            <pc:docMk/>
            <pc:sldMk cId="931589138" sldId="366"/>
            <ac:spMk id="11" creationId="{9EBB4E00-A367-952C-AE08-E691670D4D42}"/>
          </ac:spMkLst>
        </pc:spChg>
        <pc:picChg chg="add del mod">
          <ac:chgData name="Lutt, Tim" userId="96464342-de45-4d8a-b3ef-ba7fe1692ea5" providerId="ADAL" clId="{8AB732D4-7F2F-4E92-AD71-9E03C0759304}" dt="2023-03-08T12:08:21.666" v="3754" actId="478"/>
          <ac:picMkLst>
            <pc:docMk/>
            <pc:sldMk cId="931589138" sldId="366"/>
            <ac:picMk id="9" creationId="{27F045D1-E3C8-141B-0602-1F1A1E4F380B}"/>
          </ac:picMkLst>
        </pc:picChg>
        <pc:picChg chg="add del mod">
          <ac:chgData name="Lutt, Tim" userId="96464342-de45-4d8a-b3ef-ba7fe1692ea5" providerId="ADAL" clId="{8AB732D4-7F2F-4E92-AD71-9E03C0759304}" dt="2023-03-08T12:08:25.012" v="3759" actId="21"/>
          <ac:picMkLst>
            <pc:docMk/>
            <pc:sldMk cId="931589138" sldId="366"/>
            <ac:picMk id="13" creationId="{92257212-F0DC-2E4E-2CDE-813B18B7B48C}"/>
          </ac:picMkLst>
        </pc:picChg>
        <pc:picChg chg="add del mod">
          <ac:chgData name="Lutt, Tim" userId="96464342-de45-4d8a-b3ef-ba7fe1692ea5" providerId="ADAL" clId="{8AB732D4-7F2F-4E92-AD71-9E03C0759304}" dt="2023-03-08T12:12:48.816" v="4272" actId="21"/>
          <ac:picMkLst>
            <pc:docMk/>
            <pc:sldMk cId="931589138" sldId="366"/>
            <ac:picMk id="14" creationId="{65E39C4B-38B7-BDEA-9C39-FBDFEEC111B3}"/>
          </ac:picMkLst>
        </pc:picChg>
        <pc:picChg chg="add mod">
          <ac:chgData name="Lutt, Tim" userId="96464342-de45-4d8a-b3ef-ba7fe1692ea5" providerId="ADAL" clId="{8AB732D4-7F2F-4E92-AD71-9E03C0759304}" dt="2023-03-08T12:12:53.997" v="4275"/>
          <ac:picMkLst>
            <pc:docMk/>
            <pc:sldMk cId="931589138" sldId="366"/>
            <ac:picMk id="15" creationId="{8966F189-7BF4-6AA5-46C6-FFF5E4C10D5E}"/>
          </ac:picMkLst>
        </pc:picChg>
        <pc:picChg chg="add del">
          <ac:chgData name="Lutt, Tim" userId="96464342-de45-4d8a-b3ef-ba7fe1692ea5" providerId="ADAL" clId="{8AB732D4-7F2F-4E92-AD71-9E03C0759304}" dt="2023-03-08T12:07:39.138" v="3717" actId="21"/>
          <ac:picMkLst>
            <pc:docMk/>
            <pc:sldMk cId="931589138" sldId="366"/>
            <ac:picMk id="53" creationId="{CAC9EF15-08A3-406D-9236-76A5454D5F8A}"/>
          </ac:picMkLst>
        </pc:picChg>
      </pc:sldChg>
      <pc:sldChg chg="addSp delSp modSp add mod">
        <pc:chgData name="Lutt, Tim" userId="96464342-de45-4d8a-b3ef-ba7fe1692ea5" providerId="ADAL" clId="{8AB732D4-7F2F-4E92-AD71-9E03C0759304}" dt="2023-03-08T13:48:50.111" v="11921" actId="114"/>
        <pc:sldMkLst>
          <pc:docMk/>
          <pc:sldMk cId="2832365081" sldId="367"/>
        </pc:sldMkLst>
        <pc:spChg chg="mod">
          <ac:chgData name="Lutt, Tim" userId="96464342-de45-4d8a-b3ef-ba7fe1692ea5" providerId="ADAL" clId="{8AB732D4-7F2F-4E92-AD71-9E03C0759304}" dt="2023-03-08T11:32:15.737" v="921"/>
          <ac:spMkLst>
            <pc:docMk/>
            <pc:sldMk cId="2832365081" sldId="367"/>
            <ac:spMk id="3" creationId="{1353F689-2E51-BF4F-AE47-7CEB7CC4C52A}"/>
          </ac:spMkLst>
        </pc:spChg>
        <pc:spChg chg="mod">
          <ac:chgData name="Lutt, Tim" userId="96464342-de45-4d8a-b3ef-ba7fe1692ea5" providerId="ADAL" clId="{8AB732D4-7F2F-4E92-AD71-9E03C0759304}" dt="2023-03-08T13:48:50.111" v="11921" actId="114"/>
          <ac:spMkLst>
            <pc:docMk/>
            <pc:sldMk cId="2832365081" sldId="367"/>
            <ac:spMk id="4" creationId="{A17F80A9-6337-524E-AC61-32C5AFEE8E6D}"/>
          </ac:spMkLst>
        </pc:spChg>
        <pc:spChg chg="add del mod">
          <ac:chgData name="Lutt, Tim" userId="96464342-de45-4d8a-b3ef-ba7fe1692ea5" providerId="ADAL" clId="{8AB732D4-7F2F-4E92-AD71-9E03C0759304}" dt="2023-03-08T13:07:24.532" v="9098" actId="478"/>
          <ac:spMkLst>
            <pc:docMk/>
            <pc:sldMk cId="2832365081" sldId="367"/>
            <ac:spMk id="10" creationId="{39A7D0DC-2A88-E8A0-496F-BF3AFEAD8999}"/>
          </ac:spMkLst>
        </pc:spChg>
        <pc:picChg chg="add mod">
          <ac:chgData name="Lutt, Tim" userId="96464342-de45-4d8a-b3ef-ba7fe1692ea5" providerId="ADAL" clId="{8AB732D4-7F2F-4E92-AD71-9E03C0759304}" dt="2023-03-08T13:48:45.149" v="11918" actId="1035"/>
          <ac:picMkLst>
            <pc:docMk/>
            <pc:sldMk cId="2832365081" sldId="367"/>
            <ac:picMk id="2" creationId="{17FD95F9-F3E5-5A31-2DF1-29EFEDF6977B}"/>
          </ac:picMkLst>
        </pc:picChg>
        <pc:picChg chg="add mod">
          <ac:chgData name="Lutt, Tim" userId="96464342-de45-4d8a-b3ef-ba7fe1692ea5" providerId="ADAL" clId="{8AB732D4-7F2F-4E92-AD71-9E03C0759304}" dt="2023-03-08T13:48:45.149" v="11918" actId="1035"/>
          <ac:picMkLst>
            <pc:docMk/>
            <pc:sldMk cId="2832365081" sldId="367"/>
            <ac:picMk id="8" creationId="{39209EBB-5BB6-F7B0-6247-F3A046A2444E}"/>
          </ac:picMkLst>
        </pc:picChg>
        <pc:picChg chg="add mod">
          <ac:chgData name="Lutt, Tim" userId="96464342-de45-4d8a-b3ef-ba7fe1692ea5" providerId="ADAL" clId="{8AB732D4-7F2F-4E92-AD71-9E03C0759304}" dt="2023-03-08T13:10:03.422" v="9104" actId="1076"/>
          <ac:picMkLst>
            <pc:docMk/>
            <pc:sldMk cId="2832365081" sldId="367"/>
            <ac:picMk id="11" creationId="{52C06B33-8EC5-47BE-58B3-969BC46FB8B9}"/>
          </ac:picMkLst>
        </pc:picChg>
        <pc:picChg chg="del">
          <ac:chgData name="Lutt, Tim" userId="96464342-de45-4d8a-b3ef-ba7fe1692ea5" providerId="ADAL" clId="{8AB732D4-7F2F-4E92-AD71-9E03C0759304}" dt="2023-03-08T13:07:23.533" v="9097" actId="478"/>
          <ac:picMkLst>
            <pc:docMk/>
            <pc:sldMk cId="2832365081" sldId="367"/>
            <ac:picMk id="53" creationId="{CAC9EF15-08A3-406D-9236-76A5454D5F8A}"/>
          </ac:picMkLst>
        </pc:picChg>
      </pc:sldChg>
      <pc:sldChg chg="addSp delSp modSp add del mod modClrScheme chgLayout">
        <pc:chgData name="Lutt, Tim" userId="96464342-de45-4d8a-b3ef-ba7fe1692ea5" providerId="ADAL" clId="{8AB732D4-7F2F-4E92-AD71-9E03C0759304}" dt="2023-03-08T11:38:56.628" v="1361" actId="47"/>
        <pc:sldMkLst>
          <pc:docMk/>
          <pc:sldMk cId="1118995197" sldId="368"/>
        </pc:sldMkLst>
        <pc:spChg chg="del">
          <ac:chgData name="Lutt, Tim" userId="96464342-de45-4d8a-b3ef-ba7fe1692ea5" providerId="ADAL" clId="{8AB732D4-7F2F-4E92-AD71-9E03C0759304}" dt="2023-03-08T11:34:23.897" v="1184" actId="478"/>
          <ac:spMkLst>
            <pc:docMk/>
            <pc:sldMk cId="1118995197" sldId="368"/>
            <ac:spMk id="3" creationId="{1353F689-2E51-BF4F-AE47-7CEB7CC4C52A}"/>
          </ac:spMkLst>
        </pc:spChg>
        <pc:spChg chg="del mod ord">
          <ac:chgData name="Lutt, Tim" userId="96464342-de45-4d8a-b3ef-ba7fe1692ea5" providerId="ADAL" clId="{8AB732D4-7F2F-4E92-AD71-9E03C0759304}" dt="2023-03-08T11:34:48.460" v="1190" actId="478"/>
          <ac:spMkLst>
            <pc:docMk/>
            <pc:sldMk cId="1118995197" sldId="368"/>
            <ac:spMk id="4" creationId="{A17F80A9-6337-524E-AC61-32C5AFEE8E6D}"/>
          </ac:spMkLst>
        </pc:spChg>
        <pc:spChg chg="del mod ord">
          <ac:chgData name="Lutt, Tim" userId="96464342-de45-4d8a-b3ef-ba7fe1692ea5" providerId="ADAL" clId="{8AB732D4-7F2F-4E92-AD71-9E03C0759304}" dt="2023-03-08T11:34:48.460" v="1190" actId="478"/>
          <ac:spMkLst>
            <pc:docMk/>
            <pc:sldMk cId="1118995197" sldId="368"/>
            <ac:spMk id="5" creationId="{2E803E71-3088-0347-9BCC-16ADB551CCC8}"/>
          </ac:spMkLst>
        </pc:spChg>
        <pc:spChg chg="del mod ord">
          <ac:chgData name="Lutt, Tim" userId="96464342-de45-4d8a-b3ef-ba7fe1692ea5" providerId="ADAL" clId="{8AB732D4-7F2F-4E92-AD71-9E03C0759304}" dt="2023-03-08T11:34:48.460" v="1190" actId="478"/>
          <ac:spMkLst>
            <pc:docMk/>
            <pc:sldMk cId="1118995197" sldId="368"/>
            <ac:spMk id="6" creationId="{66F3960A-D260-8445-A153-0B674474CEBD}"/>
          </ac:spMkLst>
        </pc:spChg>
        <pc:spChg chg="del mod ord">
          <ac:chgData name="Lutt, Tim" userId="96464342-de45-4d8a-b3ef-ba7fe1692ea5" providerId="ADAL" clId="{8AB732D4-7F2F-4E92-AD71-9E03C0759304}" dt="2023-03-08T11:34:48.460" v="1190" actId="478"/>
          <ac:spMkLst>
            <pc:docMk/>
            <pc:sldMk cId="1118995197" sldId="368"/>
            <ac:spMk id="7" creationId="{F37669F0-EA6D-6B46-AF0E-A9C2D1F223DB}"/>
          </ac:spMkLst>
        </pc:spChg>
        <pc:spChg chg="add del mod">
          <ac:chgData name="Lutt, Tim" userId="96464342-de45-4d8a-b3ef-ba7fe1692ea5" providerId="ADAL" clId="{8AB732D4-7F2F-4E92-AD71-9E03C0759304}" dt="2023-03-08T11:34:25.115" v="1185" actId="478"/>
          <ac:spMkLst>
            <pc:docMk/>
            <pc:sldMk cId="1118995197" sldId="368"/>
            <ac:spMk id="9" creationId="{ED25BD5D-02A4-0239-71E3-85518AF09C5E}"/>
          </ac:spMkLst>
        </pc:spChg>
        <pc:spChg chg="add del mod ord">
          <ac:chgData name="Lutt, Tim" userId="96464342-de45-4d8a-b3ef-ba7fe1692ea5" providerId="ADAL" clId="{8AB732D4-7F2F-4E92-AD71-9E03C0759304}" dt="2023-03-08T11:34:48.460" v="1190" actId="478"/>
          <ac:spMkLst>
            <pc:docMk/>
            <pc:sldMk cId="1118995197" sldId="368"/>
            <ac:spMk id="10" creationId="{7EEA117A-9592-5DD8-7727-2B1E7FA37922}"/>
          </ac:spMkLst>
        </pc:spChg>
        <pc:spChg chg="add del mod ord">
          <ac:chgData name="Lutt, Tim" userId="96464342-de45-4d8a-b3ef-ba7fe1692ea5" providerId="ADAL" clId="{8AB732D4-7F2F-4E92-AD71-9E03C0759304}" dt="2023-03-08T11:34:48.460" v="1190" actId="478"/>
          <ac:spMkLst>
            <pc:docMk/>
            <pc:sldMk cId="1118995197" sldId="368"/>
            <ac:spMk id="11" creationId="{D6CD254E-686B-4AE5-84C2-55B3D7A0FB7E}"/>
          </ac:spMkLst>
        </pc:spChg>
        <pc:spChg chg="add mod">
          <ac:chgData name="Lutt, Tim" userId="96464342-de45-4d8a-b3ef-ba7fe1692ea5" providerId="ADAL" clId="{8AB732D4-7F2F-4E92-AD71-9E03C0759304}" dt="2023-03-08T11:36:46.480" v="1209" actId="14100"/>
          <ac:spMkLst>
            <pc:docMk/>
            <pc:sldMk cId="1118995197" sldId="368"/>
            <ac:spMk id="15" creationId="{A4C73A78-13AF-0CDD-8897-2668A1739858}"/>
          </ac:spMkLst>
        </pc:spChg>
        <pc:spChg chg="add mod">
          <ac:chgData name="Lutt, Tim" userId="96464342-de45-4d8a-b3ef-ba7fe1692ea5" providerId="ADAL" clId="{8AB732D4-7F2F-4E92-AD71-9E03C0759304}" dt="2023-03-08T11:36:56.758" v="1214" actId="14100"/>
          <ac:spMkLst>
            <pc:docMk/>
            <pc:sldMk cId="1118995197" sldId="368"/>
            <ac:spMk id="16" creationId="{937A3280-9D81-90DB-77E2-79C792CB9807}"/>
          </ac:spMkLst>
        </pc:spChg>
        <pc:picChg chg="del">
          <ac:chgData name="Lutt, Tim" userId="96464342-de45-4d8a-b3ef-ba7fe1692ea5" providerId="ADAL" clId="{8AB732D4-7F2F-4E92-AD71-9E03C0759304}" dt="2023-03-08T11:34:48.460" v="1190" actId="478"/>
          <ac:picMkLst>
            <pc:docMk/>
            <pc:sldMk cId="1118995197" sldId="368"/>
            <ac:picMk id="8" creationId="{B14D4D1B-9190-6A59-F3F7-5370163B568B}"/>
          </ac:picMkLst>
        </pc:picChg>
        <pc:picChg chg="del">
          <ac:chgData name="Lutt, Tim" userId="96464342-de45-4d8a-b3ef-ba7fe1692ea5" providerId="ADAL" clId="{8AB732D4-7F2F-4E92-AD71-9E03C0759304}" dt="2023-03-08T11:34:48.460" v="1190" actId="478"/>
          <ac:picMkLst>
            <pc:docMk/>
            <pc:sldMk cId="1118995197" sldId="368"/>
            <ac:picMk id="12" creationId="{79130967-E518-2AA6-FED0-CFC8E3781331}"/>
          </ac:picMkLst>
        </pc:picChg>
        <pc:picChg chg="add">
          <ac:chgData name="Lutt, Tim" userId="96464342-de45-4d8a-b3ef-ba7fe1692ea5" providerId="ADAL" clId="{8AB732D4-7F2F-4E92-AD71-9E03C0759304}" dt="2023-03-08T11:35:52.131" v="1193" actId="22"/>
          <ac:picMkLst>
            <pc:docMk/>
            <pc:sldMk cId="1118995197" sldId="368"/>
            <ac:picMk id="14" creationId="{B3929B84-FED0-84BC-E801-D0FF2A93E8CE}"/>
          </ac:picMkLst>
        </pc:picChg>
      </pc:sldChg>
      <pc:sldChg chg="addSp delSp modSp add del mod">
        <pc:chgData name="Lutt, Tim" userId="96464342-de45-4d8a-b3ef-ba7fe1692ea5" providerId="ADAL" clId="{8AB732D4-7F2F-4E92-AD71-9E03C0759304}" dt="2023-03-08T12:02:32.240" v="3340" actId="14100"/>
        <pc:sldMkLst>
          <pc:docMk/>
          <pc:sldMk cId="140713157" sldId="369"/>
        </pc:sldMkLst>
        <pc:spChg chg="add mod">
          <ac:chgData name="Lutt, Tim" userId="96464342-de45-4d8a-b3ef-ba7fe1692ea5" providerId="ADAL" clId="{8AB732D4-7F2F-4E92-AD71-9E03C0759304}" dt="2023-03-08T11:36:29.650" v="1203" actId="207"/>
          <ac:spMkLst>
            <pc:docMk/>
            <pc:sldMk cId="140713157" sldId="369"/>
            <ac:spMk id="3" creationId="{5592BE01-75F0-8450-8E4E-3500AB751FAC}"/>
          </ac:spMkLst>
        </pc:spChg>
        <pc:spChg chg="add mod">
          <ac:chgData name="Lutt, Tim" userId="96464342-de45-4d8a-b3ef-ba7fe1692ea5" providerId="ADAL" clId="{8AB732D4-7F2F-4E92-AD71-9E03C0759304}" dt="2023-03-08T11:45:02.814" v="1796"/>
          <ac:spMkLst>
            <pc:docMk/>
            <pc:sldMk cId="140713157" sldId="369"/>
            <ac:spMk id="4" creationId="{668DE40B-731F-82EB-B70E-89AB2609D637}"/>
          </ac:spMkLst>
        </pc:spChg>
        <pc:spChg chg="add mod">
          <ac:chgData name="Lutt, Tim" userId="96464342-de45-4d8a-b3ef-ba7fe1692ea5" providerId="ADAL" clId="{8AB732D4-7F2F-4E92-AD71-9E03C0759304}" dt="2023-03-08T11:45:37.034" v="1851" actId="1076"/>
          <ac:spMkLst>
            <pc:docMk/>
            <pc:sldMk cId="140713157" sldId="369"/>
            <ac:spMk id="13" creationId="{E29389D9-761A-4F75-38CD-862C78E9739F}"/>
          </ac:spMkLst>
        </pc:spChg>
        <pc:spChg chg="add mod">
          <ac:chgData name="Lutt, Tim" userId="96464342-de45-4d8a-b3ef-ba7fe1692ea5" providerId="ADAL" clId="{8AB732D4-7F2F-4E92-AD71-9E03C0759304}" dt="2023-03-08T11:54:18.252" v="2565" actId="20577"/>
          <ac:spMkLst>
            <pc:docMk/>
            <pc:sldMk cId="140713157" sldId="369"/>
            <ac:spMk id="15" creationId="{EF2E414C-C7F7-740C-899B-627F7A4C17C6}"/>
          </ac:spMkLst>
        </pc:spChg>
        <pc:spChg chg="add mod">
          <ac:chgData name="Lutt, Tim" userId="96464342-de45-4d8a-b3ef-ba7fe1692ea5" providerId="ADAL" clId="{8AB732D4-7F2F-4E92-AD71-9E03C0759304}" dt="2023-03-08T12:02:32.240" v="3340" actId="14100"/>
          <ac:spMkLst>
            <pc:docMk/>
            <pc:sldMk cId="140713157" sldId="369"/>
            <ac:spMk id="16" creationId="{F27A56B0-7DD7-14C9-357F-B95C2A163111}"/>
          </ac:spMkLst>
        </pc:spChg>
        <pc:picChg chg="add mod">
          <ac:chgData name="Lutt, Tim" userId="96464342-de45-4d8a-b3ef-ba7fe1692ea5" providerId="ADAL" clId="{8AB732D4-7F2F-4E92-AD71-9E03C0759304}" dt="2023-03-08T11:36:09.453" v="1198"/>
          <ac:picMkLst>
            <pc:docMk/>
            <pc:sldMk cId="140713157" sldId="369"/>
            <ac:picMk id="2" creationId="{967E1C70-7F5A-2DC7-5E2D-BBBC9DB002A7}"/>
          </ac:picMkLst>
        </pc:picChg>
        <pc:picChg chg="add mod">
          <ac:chgData name="Lutt, Tim" userId="96464342-de45-4d8a-b3ef-ba7fe1692ea5" providerId="ADAL" clId="{8AB732D4-7F2F-4E92-AD71-9E03C0759304}" dt="2023-03-08T11:44:14.660" v="1772" actId="1076"/>
          <ac:picMkLst>
            <pc:docMk/>
            <pc:sldMk cId="140713157" sldId="369"/>
            <ac:picMk id="6" creationId="{6F3BBAEA-DB45-912D-509C-F237617725E8}"/>
          </ac:picMkLst>
        </pc:picChg>
        <pc:picChg chg="del mod modCrop">
          <ac:chgData name="Lutt, Tim" userId="96464342-de45-4d8a-b3ef-ba7fe1692ea5" providerId="ADAL" clId="{8AB732D4-7F2F-4E92-AD71-9E03C0759304}" dt="2023-03-08T11:39:02.568" v="1364" actId="21"/>
          <ac:picMkLst>
            <pc:docMk/>
            <pc:sldMk cId="140713157" sldId="369"/>
            <ac:picMk id="14" creationId="{B3929B84-FED0-84BC-E801-D0FF2A93E8CE}"/>
          </ac:picMkLst>
        </pc:picChg>
        <pc:cxnChg chg="add mod">
          <ac:chgData name="Lutt, Tim" userId="96464342-de45-4d8a-b3ef-ba7fe1692ea5" providerId="ADAL" clId="{8AB732D4-7F2F-4E92-AD71-9E03C0759304}" dt="2023-03-08T11:44:46.676" v="1784" actId="14100"/>
          <ac:cxnSpMkLst>
            <pc:docMk/>
            <pc:sldMk cId="140713157" sldId="369"/>
            <ac:cxnSpMk id="8" creationId="{06F7FC9B-0FA0-2389-6CD4-ED097AE1EF83}"/>
          </ac:cxnSpMkLst>
        </pc:cxnChg>
      </pc:sldChg>
      <pc:sldChg chg="new del">
        <pc:chgData name="Lutt, Tim" userId="96464342-de45-4d8a-b3ef-ba7fe1692ea5" providerId="ADAL" clId="{8AB732D4-7F2F-4E92-AD71-9E03C0759304}" dt="2023-03-08T11:34:28.779" v="1187" actId="2696"/>
        <pc:sldMkLst>
          <pc:docMk/>
          <pc:sldMk cId="333854891" sldId="369"/>
        </pc:sldMkLst>
      </pc:sldChg>
      <pc:sldChg chg="add del">
        <pc:chgData name="Lutt, Tim" userId="96464342-de45-4d8a-b3ef-ba7fe1692ea5" providerId="ADAL" clId="{8AB732D4-7F2F-4E92-AD71-9E03C0759304}" dt="2023-03-08T11:43:32.022" v="1665" actId="47"/>
        <pc:sldMkLst>
          <pc:docMk/>
          <pc:sldMk cId="59845308" sldId="370"/>
        </pc:sldMkLst>
      </pc:sldChg>
      <pc:sldChg chg="addSp modSp add mod">
        <pc:chgData name="Lutt, Tim" userId="96464342-de45-4d8a-b3ef-ba7fe1692ea5" providerId="ADAL" clId="{8AB732D4-7F2F-4E92-AD71-9E03C0759304}" dt="2023-03-08T11:56:02.992" v="2935" actId="20577"/>
        <pc:sldMkLst>
          <pc:docMk/>
          <pc:sldMk cId="2029584125" sldId="370"/>
        </pc:sldMkLst>
        <pc:spChg chg="mod">
          <ac:chgData name="Lutt, Tim" userId="96464342-de45-4d8a-b3ef-ba7fe1692ea5" providerId="ADAL" clId="{8AB732D4-7F2F-4E92-AD71-9E03C0759304}" dt="2023-03-08T11:45:54.830" v="1858" actId="14100"/>
          <ac:spMkLst>
            <pc:docMk/>
            <pc:sldMk cId="2029584125" sldId="370"/>
            <ac:spMk id="3" creationId="{5592BE01-75F0-8450-8E4E-3500AB751FAC}"/>
          </ac:spMkLst>
        </pc:spChg>
        <pc:spChg chg="mod">
          <ac:chgData name="Lutt, Tim" userId="96464342-de45-4d8a-b3ef-ba7fe1692ea5" providerId="ADAL" clId="{8AB732D4-7F2F-4E92-AD71-9E03C0759304}" dt="2023-03-08T11:46:55.167" v="1898" actId="115"/>
          <ac:spMkLst>
            <pc:docMk/>
            <pc:sldMk cId="2029584125" sldId="370"/>
            <ac:spMk id="4" creationId="{668DE40B-731F-82EB-B70E-89AB2609D637}"/>
          </ac:spMkLst>
        </pc:spChg>
        <pc:spChg chg="add mod">
          <ac:chgData name="Lutt, Tim" userId="96464342-de45-4d8a-b3ef-ba7fe1692ea5" providerId="ADAL" clId="{8AB732D4-7F2F-4E92-AD71-9E03C0759304}" dt="2023-03-08T11:45:52.625" v="1857" actId="14100"/>
          <ac:spMkLst>
            <pc:docMk/>
            <pc:sldMk cId="2029584125" sldId="370"/>
            <ac:spMk id="5" creationId="{621C68EA-E1E5-B093-9E80-D68A5B35D5C5}"/>
          </ac:spMkLst>
        </pc:spChg>
        <pc:spChg chg="mod">
          <ac:chgData name="Lutt, Tim" userId="96464342-de45-4d8a-b3ef-ba7fe1692ea5" providerId="ADAL" clId="{8AB732D4-7F2F-4E92-AD71-9E03C0759304}" dt="2023-03-08T11:51:49.856" v="2355" actId="20577"/>
          <ac:spMkLst>
            <pc:docMk/>
            <pc:sldMk cId="2029584125" sldId="370"/>
            <ac:spMk id="13" creationId="{E29389D9-761A-4F75-38CD-862C78E9739F}"/>
          </ac:spMkLst>
        </pc:spChg>
        <pc:spChg chg="add mod">
          <ac:chgData name="Lutt, Tim" userId="96464342-de45-4d8a-b3ef-ba7fe1692ea5" providerId="ADAL" clId="{8AB732D4-7F2F-4E92-AD71-9E03C0759304}" dt="2023-03-08T11:54:56.526" v="2572" actId="115"/>
          <ac:spMkLst>
            <pc:docMk/>
            <pc:sldMk cId="2029584125" sldId="370"/>
            <ac:spMk id="15" creationId="{01D4430C-4739-B3E7-5C58-4EAAA03ED4B2}"/>
          </ac:spMkLst>
        </pc:spChg>
        <pc:spChg chg="add mod">
          <ac:chgData name="Lutt, Tim" userId="96464342-de45-4d8a-b3ef-ba7fe1692ea5" providerId="ADAL" clId="{8AB732D4-7F2F-4E92-AD71-9E03C0759304}" dt="2023-03-08T11:56:02.992" v="2935" actId="20577"/>
          <ac:spMkLst>
            <pc:docMk/>
            <pc:sldMk cId="2029584125" sldId="370"/>
            <ac:spMk id="24" creationId="{A5AC826D-0EC8-2C82-1538-D6A49EC6B244}"/>
          </ac:spMkLst>
        </pc:spChg>
        <pc:cxnChg chg="mod">
          <ac:chgData name="Lutt, Tim" userId="96464342-de45-4d8a-b3ef-ba7fe1692ea5" providerId="ADAL" clId="{8AB732D4-7F2F-4E92-AD71-9E03C0759304}" dt="2023-03-08T11:46:39.918" v="1885" actId="14100"/>
          <ac:cxnSpMkLst>
            <pc:docMk/>
            <pc:sldMk cId="2029584125" sldId="370"/>
            <ac:cxnSpMk id="8" creationId="{06F7FC9B-0FA0-2389-6CD4-ED097AE1EF83}"/>
          </ac:cxnSpMkLst>
        </pc:cxnChg>
        <pc:cxnChg chg="add mod">
          <ac:chgData name="Lutt, Tim" userId="96464342-de45-4d8a-b3ef-ba7fe1692ea5" providerId="ADAL" clId="{8AB732D4-7F2F-4E92-AD71-9E03C0759304}" dt="2023-03-08T11:51:39.886" v="2314" actId="14100"/>
          <ac:cxnSpMkLst>
            <pc:docMk/>
            <pc:sldMk cId="2029584125" sldId="370"/>
            <ac:cxnSpMk id="16" creationId="{AB94DA9E-BACD-36AF-3354-8562F99F07D6}"/>
          </ac:cxnSpMkLst>
        </pc:cxnChg>
      </pc:sldChg>
      <pc:sldChg chg="addSp delSp modSp add mod">
        <pc:chgData name="Lutt, Tim" userId="96464342-de45-4d8a-b3ef-ba7fe1692ea5" providerId="ADAL" clId="{8AB732D4-7F2F-4E92-AD71-9E03C0759304}" dt="2023-03-08T11:52:23.486" v="2385" actId="1076"/>
        <pc:sldMkLst>
          <pc:docMk/>
          <pc:sldMk cId="70594493" sldId="371"/>
        </pc:sldMkLst>
        <pc:spChg chg="mod">
          <ac:chgData name="Lutt, Tim" userId="96464342-de45-4d8a-b3ef-ba7fe1692ea5" providerId="ADAL" clId="{8AB732D4-7F2F-4E92-AD71-9E03C0759304}" dt="2023-03-08T11:48:08.038" v="1998" actId="14100"/>
          <ac:spMkLst>
            <pc:docMk/>
            <pc:sldMk cId="70594493" sldId="371"/>
            <ac:spMk id="3" creationId="{5592BE01-75F0-8450-8E4E-3500AB751FAC}"/>
          </ac:spMkLst>
        </pc:spChg>
        <pc:spChg chg="mod">
          <ac:chgData name="Lutt, Tim" userId="96464342-de45-4d8a-b3ef-ba7fe1692ea5" providerId="ADAL" clId="{8AB732D4-7F2F-4E92-AD71-9E03C0759304}" dt="2023-03-08T11:48:06.158" v="1997" actId="14100"/>
          <ac:spMkLst>
            <pc:docMk/>
            <pc:sldMk cId="70594493" sldId="371"/>
            <ac:spMk id="5" creationId="{621C68EA-E1E5-B093-9E80-D68A5B35D5C5}"/>
          </ac:spMkLst>
        </pc:spChg>
        <pc:spChg chg="add mod">
          <ac:chgData name="Lutt, Tim" userId="96464342-de45-4d8a-b3ef-ba7fe1692ea5" providerId="ADAL" clId="{8AB732D4-7F2F-4E92-AD71-9E03C0759304}" dt="2023-03-08T11:48:57.104" v="2017" actId="1076"/>
          <ac:spMkLst>
            <pc:docMk/>
            <pc:sldMk cId="70594493" sldId="371"/>
            <ac:spMk id="10" creationId="{37A2C394-EDC2-E513-48AE-234F94B9D1DD}"/>
          </ac:spMkLst>
        </pc:spChg>
        <pc:spChg chg="mod">
          <ac:chgData name="Lutt, Tim" userId="96464342-de45-4d8a-b3ef-ba7fe1692ea5" providerId="ADAL" clId="{8AB732D4-7F2F-4E92-AD71-9E03C0759304}" dt="2023-03-08T11:50:13.716" v="2258" actId="20577"/>
          <ac:spMkLst>
            <pc:docMk/>
            <pc:sldMk cId="70594493" sldId="371"/>
            <ac:spMk id="13" creationId="{E29389D9-761A-4F75-38CD-862C78E9739F}"/>
          </ac:spMkLst>
        </pc:spChg>
        <pc:spChg chg="mod">
          <ac:chgData name="Lutt, Tim" userId="96464342-de45-4d8a-b3ef-ba7fe1692ea5" providerId="ADAL" clId="{8AB732D4-7F2F-4E92-AD71-9E03C0759304}" dt="2023-03-08T11:52:00.080" v="2368" actId="14100"/>
          <ac:spMkLst>
            <pc:docMk/>
            <pc:sldMk cId="70594493" sldId="371"/>
            <ac:spMk id="15" creationId="{01D4430C-4739-B3E7-5C58-4EAAA03ED4B2}"/>
          </ac:spMkLst>
        </pc:spChg>
        <pc:spChg chg="add mod">
          <ac:chgData name="Lutt, Tim" userId="96464342-de45-4d8a-b3ef-ba7fe1692ea5" providerId="ADAL" clId="{8AB732D4-7F2F-4E92-AD71-9E03C0759304}" dt="2023-03-08T11:52:23.486" v="2385" actId="1076"/>
          <ac:spMkLst>
            <pc:docMk/>
            <pc:sldMk cId="70594493" sldId="371"/>
            <ac:spMk id="17" creationId="{CADB3BE5-2D7C-ED6E-5C46-AAC1581B3DAC}"/>
          </ac:spMkLst>
        </pc:spChg>
        <pc:cxnChg chg="mod">
          <ac:chgData name="Lutt, Tim" userId="96464342-de45-4d8a-b3ef-ba7fe1692ea5" providerId="ADAL" clId="{8AB732D4-7F2F-4E92-AD71-9E03C0759304}" dt="2023-03-08T11:48:59.946" v="2018" actId="14100"/>
          <ac:cxnSpMkLst>
            <pc:docMk/>
            <pc:sldMk cId="70594493" sldId="371"/>
            <ac:cxnSpMk id="8" creationId="{06F7FC9B-0FA0-2389-6CD4-ED097AE1EF83}"/>
          </ac:cxnSpMkLst>
        </pc:cxnChg>
        <pc:cxnChg chg="del mod">
          <ac:chgData name="Lutt, Tim" userId="96464342-de45-4d8a-b3ef-ba7fe1692ea5" providerId="ADAL" clId="{8AB732D4-7F2F-4E92-AD71-9E03C0759304}" dt="2023-03-08T11:48:12.594" v="2000" actId="21"/>
          <ac:cxnSpMkLst>
            <pc:docMk/>
            <pc:sldMk cId="70594493" sldId="371"/>
            <ac:cxnSpMk id="16" creationId="{AB94DA9E-BACD-36AF-3354-8562F99F07D6}"/>
          </ac:cxnSpMkLst>
        </pc:cxnChg>
      </pc:sldChg>
      <pc:sldChg chg="addSp delSp modSp add mod">
        <pc:chgData name="Lutt, Tim" userId="96464342-de45-4d8a-b3ef-ba7fe1692ea5" providerId="ADAL" clId="{8AB732D4-7F2F-4E92-AD71-9E03C0759304}" dt="2023-03-08T11:59:25.441" v="2951" actId="20577"/>
        <pc:sldMkLst>
          <pc:docMk/>
          <pc:sldMk cId="1307819564" sldId="372"/>
        </pc:sldMkLst>
        <pc:spChg chg="mod">
          <ac:chgData name="Lutt, Tim" userId="96464342-de45-4d8a-b3ef-ba7fe1692ea5" providerId="ADAL" clId="{8AB732D4-7F2F-4E92-AD71-9E03C0759304}" dt="2023-03-08T11:50:28.693" v="2260" actId="14100"/>
          <ac:spMkLst>
            <pc:docMk/>
            <pc:sldMk cId="1307819564" sldId="372"/>
            <ac:spMk id="3" creationId="{5592BE01-75F0-8450-8E4E-3500AB751FAC}"/>
          </ac:spMkLst>
        </pc:spChg>
        <pc:spChg chg="mod">
          <ac:chgData name="Lutt, Tim" userId="96464342-de45-4d8a-b3ef-ba7fe1692ea5" providerId="ADAL" clId="{8AB732D4-7F2F-4E92-AD71-9E03C0759304}" dt="2023-03-08T11:52:50.948" v="2423" actId="20577"/>
          <ac:spMkLst>
            <pc:docMk/>
            <pc:sldMk cId="1307819564" sldId="372"/>
            <ac:spMk id="4" creationId="{668DE40B-731F-82EB-B70E-89AB2609D637}"/>
          </ac:spMkLst>
        </pc:spChg>
        <pc:spChg chg="del mod">
          <ac:chgData name="Lutt, Tim" userId="96464342-de45-4d8a-b3ef-ba7fe1692ea5" providerId="ADAL" clId="{8AB732D4-7F2F-4E92-AD71-9E03C0759304}" dt="2023-03-08T11:50:30.361" v="2262" actId="21"/>
          <ac:spMkLst>
            <pc:docMk/>
            <pc:sldMk cId="1307819564" sldId="372"/>
            <ac:spMk id="5" creationId="{621C68EA-E1E5-B093-9E80-D68A5B35D5C5}"/>
          </ac:spMkLst>
        </pc:spChg>
        <pc:spChg chg="add del mod">
          <ac:chgData name="Lutt, Tim" userId="96464342-de45-4d8a-b3ef-ba7fe1692ea5" providerId="ADAL" clId="{8AB732D4-7F2F-4E92-AD71-9E03C0759304}" dt="2023-03-08T11:50:58.519" v="2276"/>
          <ac:spMkLst>
            <pc:docMk/>
            <pc:sldMk cId="1307819564" sldId="372"/>
            <ac:spMk id="14" creationId="{FA46C310-22A1-0242-9127-BDB6E3315976}"/>
          </ac:spMkLst>
        </pc:spChg>
        <pc:spChg chg="mod">
          <ac:chgData name="Lutt, Tim" userId="96464342-de45-4d8a-b3ef-ba7fe1692ea5" providerId="ADAL" clId="{8AB732D4-7F2F-4E92-AD71-9E03C0759304}" dt="2023-03-08T11:52:10.028" v="2381" actId="14100"/>
          <ac:spMkLst>
            <pc:docMk/>
            <pc:sldMk cId="1307819564" sldId="372"/>
            <ac:spMk id="15" creationId="{01D4430C-4739-B3E7-5C58-4EAAA03ED4B2}"/>
          </ac:spMkLst>
        </pc:spChg>
        <pc:spChg chg="add mod">
          <ac:chgData name="Lutt, Tim" userId="96464342-de45-4d8a-b3ef-ba7fe1692ea5" providerId="ADAL" clId="{8AB732D4-7F2F-4E92-AD71-9E03C0759304}" dt="2023-03-08T11:59:25.441" v="2951" actId="20577"/>
          <ac:spMkLst>
            <pc:docMk/>
            <pc:sldMk cId="1307819564" sldId="372"/>
            <ac:spMk id="16" creationId="{29D63F7B-B87C-CF8F-E3AC-42A395C51A98}"/>
          </ac:spMkLst>
        </pc:spChg>
        <pc:spChg chg="add mod">
          <ac:chgData name="Lutt, Tim" userId="96464342-de45-4d8a-b3ef-ba7fe1692ea5" providerId="ADAL" clId="{8AB732D4-7F2F-4E92-AD71-9E03C0759304}" dt="2023-03-08T11:52:24.557" v="2386"/>
          <ac:spMkLst>
            <pc:docMk/>
            <pc:sldMk cId="1307819564" sldId="372"/>
            <ac:spMk id="17" creationId="{EF54681D-AA66-6DBF-1C24-4036A012ED1B}"/>
          </ac:spMkLst>
        </pc:spChg>
        <pc:picChg chg="mod">
          <ac:chgData name="Lutt, Tim" userId="96464342-de45-4d8a-b3ef-ba7fe1692ea5" providerId="ADAL" clId="{8AB732D4-7F2F-4E92-AD71-9E03C0759304}" dt="2023-03-08T11:56:16.706" v="2939" actId="1076"/>
          <ac:picMkLst>
            <pc:docMk/>
            <pc:sldMk cId="1307819564" sldId="372"/>
            <ac:picMk id="2" creationId="{967E1C70-7F5A-2DC7-5E2D-BBBC9DB002A7}"/>
          </ac:picMkLst>
        </pc:picChg>
        <pc:cxnChg chg="mod">
          <ac:chgData name="Lutt, Tim" userId="96464342-de45-4d8a-b3ef-ba7fe1692ea5" providerId="ADAL" clId="{8AB732D4-7F2F-4E92-AD71-9E03C0759304}" dt="2023-03-08T11:56:32.315" v="2943" actId="14100"/>
          <ac:cxnSpMkLst>
            <pc:docMk/>
            <pc:sldMk cId="1307819564" sldId="372"/>
            <ac:cxnSpMk id="8" creationId="{06F7FC9B-0FA0-2389-6CD4-ED097AE1EF83}"/>
          </ac:cxnSpMkLst>
        </pc:cxnChg>
        <pc:cxnChg chg="add mod">
          <ac:chgData name="Lutt, Tim" userId="96464342-de45-4d8a-b3ef-ba7fe1692ea5" providerId="ADAL" clId="{8AB732D4-7F2F-4E92-AD71-9E03C0759304}" dt="2023-03-08T11:56:18.557" v="2940" actId="14100"/>
          <ac:cxnSpMkLst>
            <pc:docMk/>
            <pc:sldMk cId="1307819564" sldId="372"/>
            <ac:cxnSpMk id="18" creationId="{72513C7E-3B97-3178-8147-1AC5EFC4A9FE}"/>
          </ac:cxnSpMkLst>
        </pc:cxnChg>
      </pc:sldChg>
      <pc:sldChg chg="addSp delSp modSp add mod">
        <pc:chgData name="Lutt, Tim" userId="96464342-de45-4d8a-b3ef-ba7fe1692ea5" providerId="ADAL" clId="{8AB732D4-7F2F-4E92-AD71-9E03C0759304}" dt="2023-03-08T13:03:56.980" v="8823" actId="14100"/>
        <pc:sldMkLst>
          <pc:docMk/>
          <pc:sldMk cId="1652550402" sldId="373"/>
        </pc:sldMkLst>
        <pc:spChg chg="del">
          <ac:chgData name="Lutt, Tim" userId="96464342-de45-4d8a-b3ef-ba7fe1692ea5" providerId="ADAL" clId="{8AB732D4-7F2F-4E92-AD71-9E03C0759304}" dt="2023-03-08T12:04:40.344" v="3348" actId="478"/>
          <ac:spMkLst>
            <pc:docMk/>
            <pc:sldMk cId="1652550402" sldId="373"/>
            <ac:spMk id="3" creationId="{5592BE01-75F0-8450-8E4E-3500AB751FAC}"/>
          </ac:spMkLst>
        </pc:spChg>
        <pc:spChg chg="add mod">
          <ac:chgData name="Lutt, Tim" userId="96464342-de45-4d8a-b3ef-ba7fe1692ea5" providerId="ADAL" clId="{8AB732D4-7F2F-4E92-AD71-9E03C0759304}" dt="2023-03-08T12:06:43.852" v="3689" actId="1076"/>
          <ac:spMkLst>
            <pc:docMk/>
            <pc:sldMk cId="1652550402" sldId="373"/>
            <ac:spMk id="9" creationId="{58B1F998-A41D-EF57-A9B4-B1F3E868653B}"/>
          </ac:spMkLst>
        </pc:spChg>
        <pc:spChg chg="del">
          <ac:chgData name="Lutt, Tim" userId="96464342-de45-4d8a-b3ef-ba7fe1692ea5" providerId="ADAL" clId="{8AB732D4-7F2F-4E92-AD71-9E03C0759304}" dt="2023-03-08T12:04:37.250" v="3343" actId="478"/>
          <ac:spMkLst>
            <pc:docMk/>
            <pc:sldMk cId="1652550402" sldId="373"/>
            <ac:spMk id="13" creationId="{E29389D9-761A-4F75-38CD-862C78E9739F}"/>
          </ac:spMkLst>
        </pc:spChg>
        <pc:spChg chg="del mod">
          <ac:chgData name="Lutt, Tim" userId="96464342-de45-4d8a-b3ef-ba7fe1692ea5" providerId="ADAL" clId="{8AB732D4-7F2F-4E92-AD71-9E03C0759304}" dt="2023-03-08T12:04:41.882" v="3349" actId="478"/>
          <ac:spMkLst>
            <pc:docMk/>
            <pc:sldMk cId="1652550402" sldId="373"/>
            <ac:spMk id="17" creationId="{EF54681D-AA66-6DBF-1C24-4036A012ED1B}"/>
          </ac:spMkLst>
        </pc:spChg>
        <pc:spChg chg="add mod">
          <ac:chgData name="Lutt, Tim" userId="96464342-de45-4d8a-b3ef-ba7fe1692ea5" providerId="ADAL" clId="{8AB732D4-7F2F-4E92-AD71-9E03C0759304}" dt="2023-03-08T13:03:56.980" v="8823" actId="14100"/>
          <ac:spMkLst>
            <pc:docMk/>
            <pc:sldMk cId="1652550402" sldId="373"/>
            <ac:spMk id="23" creationId="{F9939CD2-51AE-04B8-59D6-B499D4B0526C}"/>
          </ac:spMkLst>
        </pc:spChg>
        <pc:picChg chg="del">
          <ac:chgData name="Lutt, Tim" userId="96464342-de45-4d8a-b3ef-ba7fe1692ea5" providerId="ADAL" clId="{8AB732D4-7F2F-4E92-AD71-9E03C0759304}" dt="2023-03-08T12:04:39.002" v="3346" actId="478"/>
          <ac:picMkLst>
            <pc:docMk/>
            <pc:sldMk cId="1652550402" sldId="373"/>
            <ac:picMk id="2" creationId="{967E1C70-7F5A-2DC7-5E2D-BBBC9DB002A7}"/>
          </ac:picMkLst>
        </pc:picChg>
        <pc:picChg chg="del">
          <ac:chgData name="Lutt, Tim" userId="96464342-de45-4d8a-b3ef-ba7fe1692ea5" providerId="ADAL" clId="{8AB732D4-7F2F-4E92-AD71-9E03C0759304}" dt="2023-03-08T12:04:35.778" v="3342" actId="478"/>
          <ac:picMkLst>
            <pc:docMk/>
            <pc:sldMk cId="1652550402" sldId="373"/>
            <ac:picMk id="6" creationId="{6F3BBAEA-DB45-912D-509C-F237617725E8}"/>
          </ac:picMkLst>
        </pc:picChg>
        <pc:picChg chg="add del mod">
          <ac:chgData name="Lutt, Tim" userId="96464342-de45-4d8a-b3ef-ba7fe1692ea5" providerId="ADAL" clId="{8AB732D4-7F2F-4E92-AD71-9E03C0759304}" dt="2023-03-08T12:05:37.273" v="3485" actId="478"/>
          <ac:picMkLst>
            <pc:docMk/>
            <pc:sldMk cId="1652550402" sldId="373"/>
            <ac:picMk id="7" creationId="{2EC726C0-E7C1-0638-413B-22868B9E04A2}"/>
          </ac:picMkLst>
        </pc:picChg>
        <pc:picChg chg="add del mod">
          <ac:chgData name="Lutt, Tim" userId="96464342-de45-4d8a-b3ef-ba7fe1692ea5" providerId="ADAL" clId="{8AB732D4-7F2F-4E92-AD71-9E03C0759304}" dt="2023-03-08T12:08:42.658" v="3760" actId="478"/>
          <ac:picMkLst>
            <pc:docMk/>
            <pc:sldMk cId="1652550402" sldId="373"/>
            <ac:picMk id="12" creationId="{CC9F9958-F283-1ABA-8C6B-97A5D2E8483E}"/>
          </ac:picMkLst>
        </pc:picChg>
        <pc:picChg chg="add mod">
          <ac:chgData name="Lutt, Tim" userId="96464342-de45-4d8a-b3ef-ba7fe1692ea5" providerId="ADAL" clId="{8AB732D4-7F2F-4E92-AD71-9E03C0759304}" dt="2023-03-08T12:12:52.856" v="4274" actId="14100"/>
          <ac:picMkLst>
            <pc:docMk/>
            <pc:sldMk cId="1652550402" sldId="373"/>
            <ac:picMk id="25" creationId="{474FE4FA-1AC9-D75C-5C59-6E46EC31BD2D}"/>
          </ac:picMkLst>
        </pc:picChg>
        <pc:cxnChg chg="del">
          <ac:chgData name="Lutt, Tim" userId="96464342-de45-4d8a-b3ef-ba7fe1692ea5" providerId="ADAL" clId="{8AB732D4-7F2F-4E92-AD71-9E03C0759304}" dt="2023-03-08T12:04:38.642" v="3345" actId="478"/>
          <ac:cxnSpMkLst>
            <pc:docMk/>
            <pc:sldMk cId="1652550402" sldId="373"/>
            <ac:cxnSpMk id="8" creationId="{06F7FC9B-0FA0-2389-6CD4-ED097AE1EF83}"/>
          </ac:cxnSpMkLst>
        </pc:cxnChg>
        <pc:cxnChg chg="add del mod ord">
          <ac:chgData name="Lutt, Tim" userId="96464342-de45-4d8a-b3ef-ba7fe1692ea5" providerId="ADAL" clId="{8AB732D4-7F2F-4E92-AD71-9E03C0759304}" dt="2023-03-08T12:07:12.100" v="3700" actId="21"/>
          <ac:cxnSpMkLst>
            <pc:docMk/>
            <pc:sldMk cId="1652550402" sldId="373"/>
            <ac:cxnSpMk id="14" creationId="{4D34F5C9-DCED-7C97-865B-1CDD295CD4E1}"/>
          </ac:cxnSpMkLst>
        </pc:cxnChg>
        <pc:cxnChg chg="del">
          <ac:chgData name="Lutt, Tim" userId="96464342-de45-4d8a-b3ef-ba7fe1692ea5" providerId="ADAL" clId="{8AB732D4-7F2F-4E92-AD71-9E03C0759304}" dt="2023-03-08T12:04:37.970" v="3344" actId="478"/>
          <ac:cxnSpMkLst>
            <pc:docMk/>
            <pc:sldMk cId="1652550402" sldId="373"/>
            <ac:cxnSpMk id="18" creationId="{72513C7E-3B97-3178-8147-1AC5EFC4A9FE}"/>
          </ac:cxnSpMkLst>
        </pc:cxnChg>
      </pc:sldChg>
      <pc:sldChg chg="addSp delSp modSp add mod">
        <pc:chgData name="Lutt, Tim" userId="96464342-de45-4d8a-b3ef-ba7fe1692ea5" providerId="ADAL" clId="{8AB732D4-7F2F-4E92-AD71-9E03C0759304}" dt="2023-03-08T12:42:48.546" v="6976" actId="167"/>
        <pc:sldMkLst>
          <pc:docMk/>
          <pc:sldMk cId="3361763949" sldId="374"/>
        </pc:sldMkLst>
        <pc:spChg chg="mod">
          <ac:chgData name="Lutt, Tim" userId="96464342-de45-4d8a-b3ef-ba7fe1692ea5" providerId="ADAL" clId="{8AB732D4-7F2F-4E92-AD71-9E03C0759304}" dt="2023-03-08T12:28:34.043" v="5443" actId="20577"/>
          <ac:spMkLst>
            <pc:docMk/>
            <pc:sldMk cId="3361763949" sldId="374"/>
            <ac:spMk id="4" creationId="{A17F80A9-6337-524E-AC61-32C5AFEE8E6D}"/>
          </ac:spMkLst>
        </pc:spChg>
        <pc:picChg chg="add del mod">
          <ac:chgData name="Lutt, Tim" userId="96464342-de45-4d8a-b3ef-ba7fe1692ea5" providerId="ADAL" clId="{8AB732D4-7F2F-4E92-AD71-9E03C0759304}" dt="2023-03-08T12:28:08.148" v="5349" actId="21"/>
          <ac:picMkLst>
            <pc:docMk/>
            <pc:sldMk cId="3361763949" sldId="374"/>
            <ac:picMk id="2" creationId="{95A3D0BD-7C61-71B8-8F4A-CE73319C2B85}"/>
          </ac:picMkLst>
        </pc:picChg>
        <pc:picChg chg="add mod ord">
          <ac:chgData name="Lutt, Tim" userId="96464342-de45-4d8a-b3ef-ba7fe1692ea5" providerId="ADAL" clId="{8AB732D4-7F2F-4E92-AD71-9E03C0759304}" dt="2023-03-08T12:42:48.546" v="6976" actId="167"/>
          <ac:picMkLst>
            <pc:docMk/>
            <pc:sldMk cId="3361763949" sldId="374"/>
            <ac:picMk id="8" creationId="{7732DD8C-942A-3DAE-AA67-3801E0AD9DB6}"/>
          </ac:picMkLst>
        </pc:picChg>
        <pc:picChg chg="del">
          <ac:chgData name="Lutt, Tim" userId="96464342-de45-4d8a-b3ef-ba7fe1692ea5" providerId="ADAL" clId="{8AB732D4-7F2F-4E92-AD71-9E03C0759304}" dt="2023-03-08T12:42:46.662" v="6974" actId="478"/>
          <ac:picMkLst>
            <pc:docMk/>
            <pc:sldMk cId="3361763949" sldId="374"/>
            <ac:picMk id="16" creationId="{AAA38567-7B31-4C9D-49EF-4124C843C6C6}"/>
          </ac:picMkLst>
        </pc:picChg>
      </pc:sldChg>
      <pc:sldChg chg="addSp delSp modSp add mod">
        <pc:chgData name="Lutt, Tim" userId="96464342-de45-4d8a-b3ef-ba7fe1692ea5" providerId="ADAL" clId="{8AB732D4-7F2F-4E92-AD71-9E03C0759304}" dt="2023-03-08T13:38:55.396" v="11583" actId="20577"/>
        <pc:sldMkLst>
          <pc:docMk/>
          <pc:sldMk cId="4097199495" sldId="375"/>
        </pc:sldMkLst>
        <pc:spChg chg="add mod">
          <ac:chgData name="Lutt, Tim" userId="96464342-de45-4d8a-b3ef-ba7fe1692ea5" providerId="ADAL" clId="{8AB732D4-7F2F-4E92-AD71-9E03C0759304}" dt="2023-03-08T12:28:58.816" v="5452" actId="14100"/>
          <ac:spMkLst>
            <pc:docMk/>
            <pc:sldMk cId="4097199495" sldId="375"/>
            <ac:spMk id="2" creationId="{7516B514-B6A6-7FDE-8DE6-954336D591D2}"/>
          </ac:spMkLst>
        </pc:spChg>
        <pc:spChg chg="mod">
          <ac:chgData name="Lutt, Tim" userId="96464342-de45-4d8a-b3ef-ba7fe1692ea5" providerId="ADAL" clId="{8AB732D4-7F2F-4E92-AD71-9E03C0759304}" dt="2023-03-08T13:38:55.396" v="11583" actId="20577"/>
          <ac:spMkLst>
            <pc:docMk/>
            <pc:sldMk cId="4097199495" sldId="375"/>
            <ac:spMk id="4" creationId="{A17F80A9-6337-524E-AC61-32C5AFEE8E6D}"/>
          </ac:spMkLst>
        </pc:spChg>
        <pc:spChg chg="add mod">
          <ac:chgData name="Lutt, Tim" userId="96464342-de45-4d8a-b3ef-ba7fe1692ea5" providerId="ADAL" clId="{8AB732D4-7F2F-4E92-AD71-9E03C0759304}" dt="2023-03-08T12:29:04.616" v="5455" actId="14100"/>
          <ac:spMkLst>
            <pc:docMk/>
            <pc:sldMk cId="4097199495" sldId="375"/>
            <ac:spMk id="8" creationId="{38CA06D9-2E02-4490-A0D9-8D719AA63912}"/>
          </ac:spMkLst>
        </pc:spChg>
        <pc:spChg chg="add mod">
          <ac:chgData name="Lutt, Tim" userId="96464342-de45-4d8a-b3ef-ba7fe1692ea5" providerId="ADAL" clId="{8AB732D4-7F2F-4E92-AD71-9E03C0759304}" dt="2023-03-08T12:46:32.869" v="7323" actId="1076"/>
          <ac:spMkLst>
            <pc:docMk/>
            <pc:sldMk cId="4097199495" sldId="375"/>
            <ac:spMk id="11" creationId="{1053F5F3-DB5E-ADCB-D405-832F2FD1B413}"/>
          </ac:spMkLst>
        </pc:spChg>
        <pc:picChg chg="add mod">
          <ac:chgData name="Lutt, Tim" userId="96464342-de45-4d8a-b3ef-ba7fe1692ea5" providerId="ADAL" clId="{8AB732D4-7F2F-4E92-AD71-9E03C0759304}" dt="2023-03-08T12:38:52.179" v="6464" actId="1076"/>
          <ac:picMkLst>
            <pc:docMk/>
            <pc:sldMk cId="4097199495" sldId="375"/>
            <ac:picMk id="9" creationId="{5FEF84B1-A38E-4F4F-2804-C9478592C9E3}"/>
          </ac:picMkLst>
        </pc:picChg>
        <pc:picChg chg="add mod ord">
          <ac:chgData name="Lutt, Tim" userId="96464342-de45-4d8a-b3ef-ba7fe1692ea5" providerId="ADAL" clId="{8AB732D4-7F2F-4E92-AD71-9E03C0759304}" dt="2023-03-08T12:42:38.498" v="6970" actId="167"/>
          <ac:picMkLst>
            <pc:docMk/>
            <pc:sldMk cId="4097199495" sldId="375"/>
            <ac:picMk id="10" creationId="{F788D0B1-FD64-568F-652D-6833FD2197BC}"/>
          </ac:picMkLst>
        </pc:picChg>
        <pc:picChg chg="mod">
          <ac:chgData name="Lutt, Tim" userId="96464342-de45-4d8a-b3ef-ba7fe1692ea5" providerId="ADAL" clId="{8AB732D4-7F2F-4E92-AD71-9E03C0759304}" dt="2023-03-08T12:38:54.733" v="6465" actId="1076"/>
          <ac:picMkLst>
            <pc:docMk/>
            <pc:sldMk cId="4097199495" sldId="375"/>
            <ac:picMk id="14" creationId="{96170E2A-1156-A2B8-3BDD-80014DC8ED59}"/>
          </ac:picMkLst>
        </pc:picChg>
        <pc:picChg chg="del">
          <ac:chgData name="Lutt, Tim" userId="96464342-de45-4d8a-b3ef-ba7fe1692ea5" providerId="ADAL" clId="{8AB732D4-7F2F-4E92-AD71-9E03C0759304}" dt="2023-03-08T12:42:34.778" v="6968" actId="478"/>
          <ac:picMkLst>
            <pc:docMk/>
            <pc:sldMk cId="4097199495" sldId="375"/>
            <ac:picMk id="16" creationId="{AAA38567-7B31-4C9D-49EF-4124C843C6C6}"/>
          </ac:picMkLst>
        </pc:picChg>
      </pc:sldChg>
      <pc:sldChg chg="addSp delSp modSp add mod ord">
        <pc:chgData name="Lutt, Tim" userId="96464342-de45-4d8a-b3ef-ba7fe1692ea5" providerId="ADAL" clId="{8AB732D4-7F2F-4E92-AD71-9E03C0759304}" dt="2023-03-08T12:48:09.429" v="7397" actId="20577"/>
        <pc:sldMkLst>
          <pc:docMk/>
          <pc:sldMk cId="3619832046" sldId="376"/>
        </pc:sldMkLst>
        <pc:spChg chg="mod">
          <ac:chgData name="Lutt, Tim" userId="96464342-de45-4d8a-b3ef-ba7fe1692ea5" providerId="ADAL" clId="{8AB732D4-7F2F-4E92-AD71-9E03C0759304}" dt="2023-03-08T12:30:56.642" v="5853" actId="14100"/>
          <ac:spMkLst>
            <pc:docMk/>
            <pc:sldMk cId="3619832046" sldId="376"/>
            <ac:spMk id="2" creationId="{7516B514-B6A6-7FDE-8DE6-954336D591D2}"/>
          </ac:spMkLst>
        </pc:spChg>
        <pc:spChg chg="mod">
          <ac:chgData name="Lutt, Tim" userId="96464342-de45-4d8a-b3ef-ba7fe1692ea5" providerId="ADAL" clId="{8AB732D4-7F2F-4E92-AD71-9E03C0759304}" dt="2023-03-08T12:48:09.429" v="7397" actId="20577"/>
          <ac:spMkLst>
            <pc:docMk/>
            <pc:sldMk cId="3619832046" sldId="376"/>
            <ac:spMk id="4" creationId="{A17F80A9-6337-524E-AC61-32C5AFEE8E6D}"/>
          </ac:spMkLst>
        </pc:spChg>
        <pc:spChg chg="mod">
          <ac:chgData name="Lutt, Tim" userId="96464342-de45-4d8a-b3ef-ba7fe1692ea5" providerId="ADAL" clId="{8AB732D4-7F2F-4E92-AD71-9E03C0759304}" dt="2023-03-08T12:30:54.290" v="5852" actId="14100"/>
          <ac:spMkLst>
            <pc:docMk/>
            <pc:sldMk cId="3619832046" sldId="376"/>
            <ac:spMk id="8" creationId="{38CA06D9-2E02-4490-A0D9-8D719AA63912}"/>
          </ac:spMkLst>
        </pc:spChg>
        <pc:spChg chg="add mod">
          <ac:chgData name="Lutt, Tim" userId="96464342-de45-4d8a-b3ef-ba7fe1692ea5" providerId="ADAL" clId="{8AB732D4-7F2F-4E92-AD71-9E03C0759304}" dt="2023-03-08T12:31:12.288" v="5864" actId="14100"/>
          <ac:spMkLst>
            <pc:docMk/>
            <pc:sldMk cId="3619832046" sldId="376"/>
            <ac:spMk id="10" creationId="{04AABE41-9E93-CABF-3C77-49BCE5A72191}"/>
          </ac:spMkLst>
        </pc:spChg>
        <pc:spChg chg="add mod">
          <ac:chgData name="Lutt, Tim" userId="96464342-de45-4d8a-b3ef-ba7fe1692ea5" providerId="ADAL" clId="{8AB732D4-7F2F-4E92-AD71-9E03C0759304}" dt="2023-03-08T12:31:09.057" v="5863" actId="1037"/>
          <ac:spMkLst>
            <pc:docMk/>
            <pc:sldMk cId="3619832046" sldId="376"/>
            <ac:spMk id="11" creationId="{61F7D361-35D8-47AC-4BE6-6891CDC8295A}"/>
          </ac:spMkLst>
        </pc:spChg>
        <pc:grpChg chg="add mod">
          <ac:chgData name="Lutt, Tim" userId="96464342-de45-4d8a-b3ef-ba7fe1692ea5" providerId="ADAL" clId="{8AB732D4-7F2F-4E92-AD71-9E03C0759304}" dt="2023-03-08T12:37:27.474" v="6369" actId="1076"/>
          <ac:grpSpMkLst>
            <pc:docMk/>
            <pc:sldMk cId="3619832046" sldId="376"/>
            <ac:grpSpMk id="12" creationId="{295264BE-A80E-8F7C-2BC1-89033B54895A}"/>
          </ac:grpSpMkLst>
        </pc:grpChg>
        <pc:picChg chg="del">
          <ac:chgData name="Lutt, Tim" userId="96464342-de45-4d8a-b3ef-ba7fe1692ea5" providerId="ADAL" clId="{8AB732D4-7F2F-4E92-AD71-9E03C0759304}" dt="2023-03-08T12:31:52.433" v="5979" actId="21"/>
          <ac:picMkLst>
            <pc:docMk/>
            <pc:sldMk cId="3619832046" sldId="376"/>
            <ac:picMk id="9" creationId="{5FEF84B1-A38E-4F4F-2804-C9478592C9E3}"/>
          </ac:picMkLst>
        </pc:picChg>
        <pc:picChg chg="mod">
          <ac:chgData name="Lutt, Tim" userId="96464342-de45-4d8a-b3ef-ba7fe1692ea5" providerId="ADAL" clId="{8AB732D4-7F2F-4E92-AD71-9E03C0759304}" dt="2023-03-08T12:37:24.733" v="6368"/>
          <ac:picMkLst>
            <pc:docMk/>
            <pc:sldMk cId="3619832046" sldId="376"/>
            <ac:picMk id="13" creationId="{207AC496-BC31-DD76-0376-911881C593BB}"/>
          </ac:picMkLst>
        </pc:picChg>
        <pc:picChg chg="mod">
          <ac:chgData name="Lutt, Tim" userId="96464342-de45-4d8a-b3ef-ba7fe1692ea5" providerId="ADAL" clId="{8AB732D4-7F2F-4E92-AD71-9E03C0759304}" dt="2023-03-08T12:31:55.055" v="5980" actId="1076"/>
          <ac:picMkLst>
            <pc:docMk/>
            <pc:sldMk cId="3619832046" sldId="376"/>
            <ac:picMk id="14" creationId="{96170E2A-1156-A2B8-3BDD-80014DC8ED59}"/>
          </ac:picMkLst>
        </pc:picChg>
        <pc:picChg chg="mod">
          <ac:chgData name="Lutt, Tim" userId="96464342-de45-4d8a-b3ef-ba7fe1692ea5" providerId="ADAL" clId="{8AB732D4-7F2F-4E92-AD71-9E03C0759304}" dt="2023-03-08T12:37:24.733" v="6368"/>
          <ac:picMkLst>
            <pc:docMk/>
            <pc:sldMk cId="3619832046" sldId="376"/>
            <ac:picMk id="15" creationId="{CCBDAC37-BCA3-85DE-5AC8-6A97B9D13C45}"/>
          </ac:picMkLst>
        </pc:picChg>
        <pc:picChg chg="del">
          <ac:chgData name="Lutt, Tim" userId="96464342-de45-4d8a-b3ef-ba7fe1692ea5" providerId="ADAL" clId="{8AB732D4-7F2F-4E92-AD71-9E03C0759304}" dt="2023-03-08T12:42:41.596" v="6971" actId="478"/>
          <ac:picMkLst>
            <pc:docMk/>
            <pc:sldMk cId="3619832046" sldId="376"/>
            <ac:picMk id="16" creationId="{AAA38567-7B31-4C9D-49EF-4124C843C6C6}"/>
          </ac:picMkLst>
        </pc:picChg>
        <pc:picChg chg="mod">
          <ac:chgData name="Lutt, Tim" userId="96464342-de45-4d8a-b3ef-ba7fe1692ea5" providerId="ADAL" clId="{8AB732D4-7F2F-4E92-AD71-9E03C0759304}" dt="2023-03-08T12:37:24.733" v="6368"/>
          <ac:picMkLst>
            <pc:docMk/>
            <pc:sldMk cId="3619832046" sldId="376"/>
            <ac:picMk id="17" creationId="{68803537-2B60-B364-C4CB-39630D3FE30C}"/>
          </ac:picMkLst>
        </pc:picChg>
        <pc:picChg chg="mod">
          <ac:chgData name="Lutt, Tim" userId="96464342-de45-4d8a-b3ef-ba7fe1692ea5" providerId="ADAL" clId="{8AB732D4-7F2F-4E92-AD71-9E03C0759304}" dt="2023-03-08T12:37:24.733" v="6368"/>
          <ac:picMkLst>
            <pc:docMk/>
            <pc:sldMk cId="3619832046" sldId="376"/>
            <ac:picMk id="18" creationId="{302BDB2F-297B-30BA-CFBB-9F8A81751A52}"/>
          </ac:picMkLst>
        </pc:picChg>
        <pc:picChg chg="add mod ord">
          <ac:chgData name="Lutt, Tim" userId="96464342-de45-4d8a-b3ef-ba7fe1692ea5" providerId="ADAL" clId="{8AB732D4-7F2F-4E92-AD71-9E03C0759304}" dt="2023-03-08T12:42:44.340" v="6973" actId="167"/>
          <ac:picMkLst>
            <pc:docMk/>
            <pc:sldMk cId="3619832046" sldId="376"/>
            <ac:picMk id="19" creationId="{F5837BAD-A8F7-C406-FA98-0BE2CF75E78E}"/>
          </ac:picMkLst>
        </pc:picChg>
        <pc:picChg chg="add mod">
          <ac:chgData name="Lutt, Tim" userId="96464342-de45-4d8a-b3ef-ba7fe1692ea5" providerId="ADAL" clId="{8AB732D4-7F2F-4E92-AD71-9E03C0759304}" dt="2023-03-08T12:47:10.885" v="7329" actId="1076"/>
          <ac:picMkLst>
            <pc:docMk/>
            <pc:sldMk cId="3619832046" sldId="376"/>
            <ac:picMk id="20" creationId="{C1FA6F56-D6EC-077E-0772-DF09D114B1FA}"/>
          </ac:picMkLst>
        </pc:picChg>
        <pc:picChg chg="add del mod">
          <ac:chgData name="Lutt, Tim" userId="96464342-de45-4d8a-b3ef-ba7fe1692ea5" providerId="ADAL" clId="{8AB732D4-7F2F-4E92-AD71-9E03C0759304}" dt="2023-03-08T12:47:17.749" v="7330" actId="21"/>
          <ac:picMkLst>
            <pc:docMk/>
            <pc:sldMk cId="3619832046" sldId="376"/>
            <ac:picMk id="21" creationId="{140020BA-A72F-4329-6AA4-8072A4B32B37}"/>
          </ac:picMkLst>
        </pc:picChg>
        <pc:picChg chg="add mod">
          <ac:chgData name="Lutt, Tim" userId="96464342-de45-4d8a-b3ef-ba7fe1692ea5" providerId="ADAL" clId="{8AB732D4-7F2F-4E92-AD71-9E03C0759304}" dt="2023-03-08T12:47:39.964" v="7333"/>
          <ac:picMkLst>
            <pc:docMk/>
            <pc:sldMk cId="3619832046" sldId="376"/>
            <ac:picMk id="22" creationId="{A3A71EA7-2BF1-48BE-5771-AC5851C434C5}"/>
          </ac:picMkLst>
        </pc:picChg>
      </pc:sldChg>
      <pc:sldChg chg="addSp delSp modSp add mod">
        <pc:chgData name="Lutt, Tim" userId="96464342-de45-4d8a-b3ef-ba7fe1692ea5" providerId="ADAL" clId="{8AB732D4-7F2F-4E92-AD71-9E03C0759304}" dt="2023-03-08T13:29:43.552" v="10536" actId="21"/>
        <pc:sldMkLst>
          <pc:docMk/>
          <pc:sldMk cId="324146047" sldId="377"/>
        </pc:sldMkLst>
        <pc:spChg chg="mod">
          <ac:chgData name="Lutt, Tim" userId="96464342-de45-4d8a-b3ef-ba7fe1692ea5" providerId="ADAL" clId="{8AB732D4-7F2F-4E92-AD71-9E03C0759304}" dt="2023-03-08T13:29:43.552" v="10536" actId="21"/>
          <ac:spMkLst>
            <pc:docMk/>
            <pc:sldMk cId="324146047" sldId="377"/>
            <ac:spMk id="4" creationId="{A17F80A9-6337-524E-AC61-32C5AFEE8E6D}"/>
          </ac:spMkLst>
        </pc:spChg>
        <pc:picChg chg="add mod">
          <ac:chgData name="Lutt, Tim" userId="96464342-de45-4d8a-b3ef-ba7fe1692ea5" providerId="ADAL" clId="{8AB732D4-7F2F-4E92-AD71-9E03C0759304}" dt="2023-03-08T12:42:51.624" v="6978"/>
          <ac:picMkLst>
            <pc:docMk/>
            <pc:sldMk cId="324146047" sldId="377"/>
            <ac:picMk id="2" creationId="{80C15B98-FF65-D1BE-E7B3-26CBAA43DAC6}"/>
          </ac:picMkLst>
        </pc:picChg>
        <pc:picChg chg="add del">
          <ac:chgData name="Lutt, Tim" userId="96464342-de45-4d8a-b3ef-ba7fe1692ea5" providerId="ADAL" clId="{8AB732D4-7F2F-4E92-AD71-9E03C0759304}" dt="2023-03-08T12:42:51.419" v="6977" actId="478"/>
          <ac:picMkLst>
            <pc:docMk/>
            <pc:sldMk cId="324146047" sldId="377"/>
            <ac:picMk id="16" creationId="{AAA38567-7B31-4C9D-49EF-4124C843C6C6}"/>
          </ac:picMkLst>
        </pc:picChg>
      </pc:sldChg>
      <pc:sldChg chg="addSp delSp modSp add del mod">
        <pc:chgData name="Lutt, Tim" userId="96464342-de45-4d8a-b3ef-ba7fe1692ea5" providerId="ADAL" clId="{8AB732D4-7F2F-4E92-AD71-9E03C0759304}" dt="2023-03-08T12:56:29.138" v="8193" actId="47"/>
        <pc:sldMkLst>
          <pc:docMk/>
          <pc:sldMk cId="2287945610" sldId="378"/>
        </pc:sldMkLst>
        <pc:spChg chg="del">
          <ac:chgData name="Lutt, Tim" userId="96464342-de45-4d8a-b3ef-ba7fe1692ea5" providerId="ADAL" clId="{8AB732D4-7F2F-4E92-AD71-9E03C0759304}" dt="2023-03-08T12:40:51.626" v="6637" actId="478"/>
          <ac:spMkLst>
            <pc:docMk/>
            <pc:sldMk cId="2287945610" sldId="378"/>
            <ac:spMk id="2" creationId="{7516B514-B6A6-7FDE-8DE6-954336D591D2}"/>
          </ac:spMkLst>
        </pc:spChg>
        <pc:spChg chg="mod">
          <ac:chgData name="Lutt, Tim" userId="96464342-de45-4d8a-b3ef-ba7fe1692ea5" providerId="ADAL" clId="{8AB732D4-7F2F-4E92-AD71-9E03C0759304}" dt="2023-03-08T12:56:25.748" v="8192" actId="20577"/>
          <ac:spMkLst>
            <pc:docMk/>
            <pc:sldMk cId="2287945610" sldId="378"/>
            <ac:spMk id="4" creationId="{A17F80A9-6337-524E-AC61-32C5AFEE8E6D}"/>
          </ac:spMkLst>
        </pc:spChg>
        <pc:spChg chg="del">
          <ac:chgData name="Lutt, Tim" userId="96464342-de45-4d8a-b3ef-ba7fe1692ea5" providerId="ADAL" clId="{8AB732D4-7F2F-4E92-AD71-9E03C0759304}" dt="2023-03-08T12:40:52.597" v="6638" actId="478"/>
          <ac:spMkLst>
            <pc:docMk/>
            <pc:sldMk cId="2287945610" sldId="378"/>
            <ac:spMk id="8" creationId="{38CA06D9-2E02-4490-A0D9-8D719AA63912}"/>
          </ac:spMkLst>
        </pc:spChg>
        <pc:picChg chg="del">
          <ac:chgData name="Lutt, Tim" userId="96464342-de45-4d8a-b3ef-ba7fe1692ea5" providerId="ADAL" clId="{8AB732D4-7F2F-4E92-AD71-9E03C0759304}" dt="2023-03-08T12:40:50.909" v="6636" actId="478"/>
          <ac:picMkLst>
            <pc:docMk/>
            <pc:sldMk cId="2287945610" sldId="378"/>
            <ac:picMk id="9" creationId="{5FEF84B1-A38E-4F4F-2804-C9478592C9E3}"/>
          </ac:picMkLst>
        </pc:picChg>
        <pc:picChg chg="add del mod">
          <ac:chgData name="Lutt, Tim" userId="96464342-de45-4d8a-b3ef-ba7fe1692ea5" providerId="ADAL" clId="{8AB732D4-7F2F-4E92-AD71-9E03C0759304}" dt="2023-03-08T12:42:29.918" v="6965" actId="21"/>
          <ac:picMkLst>
            <pc:docMk/>
            <pc:sldMk cId="2287945610" sldId="378"/>
            <ac:picMk id="11" creationId="{EC059CD4-FCF4-802B-B8A0-D90CA04EC22A}"/>
          </ac:picMkLst>
        </pc:picChg>
        <pc:picChg chg="add mod">
          <ac:chgData name="Lutt, Tim" userId="96464342-de45-4d8a-b3ef-ba7fe1692ea5" providerId="ADAL" clId="{8AB732D4-7F2F-4E92-AD71-9E03C0759304}" dt="2023-03-08T12:42:31.718" v="6967"/>
          <ac:picMkLst>
            <pc:docMk/>
            <pc:sldMk cId="2287945610" sldId="378"/>
            <ac:picMk id="12" creationId="{E22A9CB2-22EE-0142-4AB1-DDB0DB51E04A}"/>
          </ac:picMkLst>
        </pc:picChg>
        <pc:picChg chg="del">
          <ac:chgData name="Lutt, Tim" userId="96464342-de45-4d8a-b3ef-ba7fe1692ea5" providerId="ADAL" clId="{8AB732D4-7F2F-4E92-AD71-9E03C0759304}" dt="2023-03-08T12:40:50.348" v="6635" actId="478"/>
          <ac:picMkLst>
            <pc:docMk/>
            <pc:sldMk cId="2287945610" sldId="378"/>
            <ac:picMk id="14" creationId="{96170E2A-1156-A2B8-3BDD-80014DC8ED59}"/>
          </ac:picMkLst>
        </pc:picChg>
        <pc:picChg chg="add del mod">
          <ac:chgData name="Lutt, Tim" userId="96464342-de45-4d8a-b3ef-ba7fe1692ea5" providerId="ADAL" clId="{8AB732D4-7F2F-4E92-AD71-9E03C0759304}" dt="2023-03-08T12:56:20.717" v="8175" actId="21"/>
          <ac:picMkLst>
            <pc:docMk/>
            <pc:sldMk cId="2287945610" sldId="378"/>
            <ac:picMk id="15" creationId="{EEEFF1B8-714F-0D34-4515-8C22F33B1597}"/>
          </ac:picMkLst>
        </pc:picChg>
        <pc:picChg chg="del">
          <ac:chgData name="Lutt, Tim" userId="96464342-de45-4d8a-b3ef-ba7fe1692ea5" providerId="ADAL" clId="{8AB732D4-7F2F-4E92-AD71-9E03C0759304}" dt="2023-03-08T12:42:31.323" v="6966" actId="478"/>
          <ac:picMkLst>
            <pc:docMk/>
            <pc:sldMk cId="2287945610" sldId="378"/>
            <ac:picMk id="16" creationId="{AAA38567-7B31-4C9D-49EF-4124C843C6C6}"/>
          </ac:picMkLst>
        </pc:picChg>
      </pc:sldChg>
      <pc:sldChg chg="addSp delSp modSp new mod modClrScheme chgLayout">
        <pc:chgData name="Lutt, Tim" userId="96464342-de45-4d8a-b3ef-ba7fe1692ea5" providerId="ADAL" clId="{8AB732D4-7F2F-4E92-AD71-9E03C0759304}" dt="2023-03-08T13:40:30.064" v="11632" actId="478"/>
        <pc:sldMkLst>
          <pc:docMk/>
          <pc:sldMk cId="864986330" sldId="379"/>
        </pc:sldMkLst>
        <pc:spChg chg="del mod ord">
          <ac:chgData name="Lutt, Tim" userId="96464342-de45-4d8a-b3ef-ba7fe1692ea5" providerId="ADAL" clId="{8AB732D4-7F2F-4E92-AD71-9E03C0759304}" dt="2023-03-08T12:43:52.637" v="6998" actId="700"/>
          <ac:spMkLst>
            <pc:docMk/>
            <pc:sldMk cId="864986330" sldId="379"/>
            <ac:spMk id="2" creationId="{15378828-3D7E-F406-9A8F-E9F7BD0167E2}"/>
          </ac:spMkLst>
        </pc:spChg>
        <pc:spChg chg="del mod ord">
          <ac:chgData name="Lutt, Tim" userId="96464342-de45-4d8a-b3ef-ba7fe1692ea5" providerId="ADAL" clId="{8AB732D4-7F2F-4E92-AD71-9E03C0759304}" dt="2023-03-08T12:43:52.637" v="6998" actId="700"/>
          <ac:spMkLst>
            <pc:docMk/>
            <pc:sldMk cId="864986330" sldId="379"/>
            <ac:spMk id="3" creationId="{89852C81-0C5D-4B44-02E5-B0F1F5776447}"/>
          </ac:spMkLst>
        </pc:spChg>
        <pc:spChg chg="del">
          <ac:chgData name="Lutt, Tim" userId="96464342-de45-4d8a-b3ef-ba7fe1692ea5" providerId="ADAL" clId="{8AB732D4-7F2F-4E92-AD71-9E03C0759304}" dt="2023-03-08T12:43:52.637" v="6998" actId="700"/>
          <ac:spMkLst>
            <pc:docMk/>
            <pc:sldMk cId="864986330" sldId="379"/>
            <ac:spMk id="4" creationId="{A54B7F6D-3627-2CB9-3C33-746AF5C459CC}"/>
          </ac:spMkLst>
        </pc:spChg>
        <pc:spChg chg="del mod ord">
          <ac:chgData name="Lutt, Tim" userId="96464342-de45-4d8a-b3ef-ba7fe1692ea5" providerId="ADAL" clId="{8AB732D4-7F2F-4E92-AD71-9E03C0759304}" dt="2023-03-08T13:40:30.064" v="11632" actId="478"/>
          <ac:spMkLst>
            <pc:docMk/>
            <pc:sldMk cId="864986330" sldId="379"/>
            <ac:spMk id="5" creationId="{702CBB86-8467-4F82-65C2-42A38A78EB1A}"/>
          </ac:spMkLst>
        </pc:spChg>
        <pc:spChg chg="del mod ord">
          <ac:chgData name="Lutt, Tim" userId="96464342-de45-4d8a-b3ef-ba7fe1692ea5" providerId="ADAL" clId="{8AB732D4-7F2F-4E92-AD71-9E03C0759304}" dt="2023-03-08T13:40:30.064" v="11632" actId="478"/>
          <ac:spMkLst>
            <pc:docMk/>
            <pc:sldMk cId="864986330" sldId="379"/>
            <ac:spMk id="6" creationId="{1F6C47A8-32B4-A2C5-958E-FF5390AC7BCA}"/>
          </ac:spMkLst>
        </pc:spChg>
        <pc:spChg chg="del mod ord">
          <ac:chgData name="Lutt, Tim" userId="96464342-de45-4d8a-b3ef-ba7fe1692ea5" providerId="ADAL" clId="{8AB732D4-7F2F-4E92-AD71-9E03C0759304}" dt="2023-03-08T13:40:30.064" v="11632" actId="478"/>
          <ac:spMkLst>
            <pc:docMk/>
            <pc:sldMk cId="864986330" sldId="379"/>
            <ac:spMk id="7" creationId="{31E319DB-95DF-1A2B-0F28-88875C97608A}"/>
          </ac:spMkLst>
        </pc:spChg>
        <pc:spChg chg="add del mod ord">
          <ac:chgData name="Lutt, Tim" userId="96464342-de45-4d8a-b3ef-ba7fe1692ea5" providerId="ADAL" clId="{8AB732D4-7F2F-4E92-AD71-9E03C0759304}" dt="2023-03-08T12:43:59.058" v="6999" actId="700"/>
          <ac:spMkLst>
            <pc:docMk/>
            <pc:sldMk cId="864986330" sldId="379"/>
            <ac:spMk id="8" creationId="{C1B20C25-6507-7357-EF34-35B2085737E0}"/>
          </ac:spMkLst>
        </pc:spChg>
        <pc:spChg chg="add del mod ord">
          <ac:chgData name="Lutt, Tim" userId="96464342-de45-4d8a-b3ef-ba7fe1692ea5" providerId="ADAL" clId="{8AB732D4-7F2F-4E92-AD71-9E03C0759304}" dt="2023-03-08T12:43:59.058" v="6999" actId="700"/>
          <ac:spMkLst>
            <pc:docMk/>
            <pc:sldMk cId="864986330" sldId="379"/>
            <ac:spMk id="9" creationId="{D0183312-DD2D-D839-7E1B-7FF9B90A8E9A}"/>
          </ac:spMkLst>
        </pc:spChg>
        <pc:spChg chg="add mod ord">
          <ac:chgData name="Lutt, Tim" userId="96464342-de45-4d8a-b3ef-ba7fe1692ea5" providerId="ADAL" clId="{8AB732D4-7F2F-4E92-AD71-9E03C0759304}" dt="2023-03-08T12:44:47.982" v="7200" actId="21"/>
          <ac:spMkLst>
            <pc:docMk/>
            <pc:sldMk cId="864986330" sldId="379"/>
            <ac:spMk id="10" creationId="{D5CDDDB3-37FD-C9DE-9ADD-6DE8BF11C0F2}"/>
          </ac:spMkLst>
        </pc:spChg>
      </pc:sldChg>
      <pc:sldChg chg="addSp delSp modSp add mod">
        <pc:chgData name="Lutt, Tim" userId="96464342-de45-4d8a-b3ef-ba7fe1692ea5" providerId="ADAL" clId="{8AB732D4-7F2F-4E92-AD71-9E03C0759304}" dt="2023-03-08T13:40:43.049" v="11635" actId="21"/>
        <pc:sldMkLst>
          <pc:docMk/>
          <pc:sldMk cId="4016438890" sldId="380"/>
        </pc:sldMkLst>
        <pc:spChg chg="add del">
          <ac:chgData name="Lutt, Tim" userId="96464342-de45-4d8a-b3ef-ba7fe1692ea5" providerId="ADAL" clId="{8AB732D4-7F2F-4E92-AD71-9E03C0759304}" dt="2023-03-08T13:40:43.049" v="11635" actId="21"/>
          <ac:spMkLst>
            <pc:docMk/>
            <pc:sldMk cId="4016438890" sldId="380"/>
            <ac:spMk id="5" creationId="{702CBB86-8467-4F82-65C2-42A38A78EB1A}"/>
          </ac:spMkLst>
        </pc:spChg>
        <pc:spChg chg="add del">
          <ac:chgData name="Lutt, Tim" userId="96464342-de45-4d8a-b3ef-ba7fe1692ea5" providerId="ADAL" clId="{8AB732D4-7F2F-4E92-AD71-9E03C0759304}" dt="2023-03-08T13:40:43.049" v="11635" actId="21"/>
          <ac:spMkLst>
            <pc:docMk/>
            <pc:sldMk cId="4016438890" sldId="380"/>
            <ac:spMk id="6" creationId="{1F6C47A8-32B4-A2C5-958E-FF5390AC7BCA}"/>
          </ac:spMkLst>
        </pc:spChg>
        <pc:spChg chg="add del">
          <ac:chgData name="Lutt, Tim" userId="96464342-de45-4d8a-b3ef-ba7fe1692ea5" providerId="ADAL" clId="{8AB732D4-7F2F-4E92-AD71-9E03C0759304}" dt="2023-03-08T13:40:43.049" v="11635" actId="21"/>
          <ac:spMkLst>
            <pc:docMk/>
            <pc:sldMk cId="4016438890" sldId="380"/>
            <ac:spMk id="7" creationId="{31E319DB-95DF-1A2B-0F28-88875C97608A}"/>
          </ac:spMkLst>
        </pc:spChg>
        <pc:spChg chg="mod">
          <ac:chgData name="Lutt, Tim" userId="96464342-de45-4d8a-b3ef-ba7fe1692ea5" providerId="ADAL" clId="{8AB732D4-7F2F-4E92-AD71-9E03C0759304}" dt="2023-03-08T12:45:21.201" v="7303" actId="20577"/>
          <ac:spMkLst>
            <pc:docMk/>
            <pc:sldMk cId="4016438890" sldId="380"/>
            <ac:spMk id="10" creationId="{D5CDDDB3-37FD-C9DE-9ADD-6DE8BF11C0F2}"/>
          </ac:spMkLst>
        </pc:spChg>
      </pc:sldChg>
      <pc:sldChg chg="addSp delSp modSp add mod">
        <pc:chgData name="Lutt, Tim" userId="96464342-de45-4d8a-b3ef-ba7fe1692ea5" providerId="ADAL" clId="{8AB732D4-7F2F-4E92-AD71-9E03C0759304}" dt="2023-03-08T13:47:27.480" v="11812" actId="20577"/>
        <pc:sldMkLst>
          <pc:docMk/>
          <pc:sldMk cId="4039330121" sldId="381"/>
        </pc:sldMkLst>
        <pc:spChg chg="mod">
          <ac:chgData name="Lutt, Tim" userId="96464342-de45-4d8a-b3ef-ba7fe1692ea5" providerId="ADAL" clId="{8AB732D4-7F2F-4E92-AD71-9E03C0759304}" dt="2023-03-08T12:58:49.057" v="8347" actId="1076"/>
          <ac:spMkLst>
            <pc:docMk/>
            <pc:sldMk cId="4039330121" sldId="381"/>
            <ac:spMk id="4" creationId="{A17F80A9-6337-524E-AC61-32C5AFEE8E6D}"/>
          </ac:spMkLst>
        </pc:spChg>
        <pc:spChg chg="add mod">
          <ac:chgData name="Lutt, Tim" userId="96464342-de45-4d8a-b3ef-ba7fe1692ea5" providerId="ADAL" clId="{8AB732D4-7F2F-4E92-AD71-9E03C0759304}" dt="2023-03-08T13:00:34.480" v="8475" actId="1076"/>
          <ac:spMkLst>
            <pc:docMk/>
            <pc:sldMk cId="4039330121" sldId="381"/>
            <ac:spMk id="8" creationId="{7761F806-7EE5-5C63-C74F-A3268BE7076B}"/>
          </ac:spMkLst>
        </pc:spChg>
        <pc:spChg chg="add mod">
          <ac:chgData name="Lutt, Tim" userId="96464342-de45-4d8a-b3ef-ba7fe1692ea5" providerId="ADAL" clId="{8AB732D4-7F2F-4E92-AD71-9E03C0759304}" dt="2023-03-08T12:58:17.633" v="8335" actId="1076"/>
          <ac:spMkLst>
            <pc:docMk/>
            <pc:sldMk cId="4039330121" sldId="381"/>
            <ac:spMk id="10" creationId="{E7946527-FE39-99BA-0F69-D286332DA50A}"/>
          </ac:spMkLst>
        </pc:spChg>
        <pc:spChg chg="add mod">
          <ac:chgData name="Lutt, Tim" userId="96464342-de45-4d8a-b3ef-ba7fe1692ea5" providerId="ADAL" clId="{8AB732D4-7F2F-4E92-AD71-9E03C0759304}" dt="2023-03-08T12:58:51.725" v="8349" actId="1076"/>
          <ac:spMkLst>
            <pc:docMk/>
            <pc:sldMk cId="4039330121" sldId="381"/>
            <ac:spMk id="12" creationId="{FC9E5F77-2DF5-8089-0FD8-80A618E89B32}"/>
          </ac:spMkLst>
        </pc:spChg>
        <pc:spChg chg="add del mod">
          <ac:chgData name="Lutt, Tim" userId="96464342-de45-4d8a-b3ef-ba7fe1692ea5" providerId="ADAL" clId="{8AB732D4-7F2F-4E92-AD71-9E03C0759304}" dt="2023-03-08T12:59:45.795" v="8410" actId="14100"/>
          <ac:spMkLst>
            <pc:docMk/>
            <pc:sldMk cId="4039330121" sldId="381"/>
            <ac:spMk id="14" creationId="{67C2B9AD-9224-B2E1-9BBB-B3E228DA5F30}"/>
          </ac:spMkLst>
        </pc:spChg>
        <pc:spChg chg="add mod">
          <ac:chgData name="Lutt, Tim" userId="96464342-de45-4d8a-b3ef-ba7fe1692ea5" providerId="ADAL" clId="{8AB732D4-7F2F-4E92-AD71-9E03C0759304}" dt="2023-03-08T13:01:24.158" v="8599" actId="20577"/>
          <ac:spMkLst>
            <pc:docMk/>
            <pc:sldMk cId="4039330121" sldId="381"/>
            <ac:spMk id="20" creationId="{6D08054C-9F6E-34F1-B1A9-30AE0CB07067}"/>
          </ac:spMkLst>
        </pc:spChg>
        <pc:graphicFrameChg chg="add mod modGraphic">
          <ac:chgData name="Lutt, Tim" userId="96464342-de45-4d8a-b3ef-ba7fe1692ea5" providerId="ADAL" clId="{8AB732D4-7F2F-4E92-AD71-9E03C0759304}" dt="2023-03-08T12:58:49.057" v="8347" actId="1076"/>
          <ac:graphicFrameMkLst>
            <pc:docMk/>
            <pc:sldMk cId="4039330121" sldId="381"/>
            <ac:graphicFrameMk id="2" creationId="{CD9E55A8-DB40-5DE3-6E3D-ACC95548BCED}"/>
          </ac:graphicFrameMkLst>
        </pc:graphicFrameChg>
        <pc:graphicFrameChg chg="add mod modGraphic">
          <ac:chgData name="Lutt, Tim" userId="96464342-de45-4d8a-b3ef-ba7fe1692ea5" providerId="ADAL" clId="{8AB732D4-7F2F-4E92-AD71-9E03C0759304}" dt="2023-03-08T13:47:27.480" v="11812" actId="20577"/>
          <ac:graphicFrameMkLst>
            <pc:docMk/>
            <pc:sldMk cId="4039330121" sldId="381"/>
            <ac:graphicFrameMk id="9" creationId="{2D7F8108-15FB-2523-E9BB-E194B4A96547}"/>
          </ac:graphicFrameMkLst>
        </pc:graphicFrameChg>
        <pc:graphicFrameChg chg="add mod modGraphic">
          <ac:chgData name="Lutt, Tim" userId="96464342-de45-4d8a-b3ef-ba7fe1692ea5" providerId="ADAL" clId="{8AB732D4-7F2F-4E92-AD71-9E03C0759304}" dt="2023-03-08T12:58:17.633" v="8335" actId="1076"/>
          <ac:graphicFrameMkLst>
            <pc:docMk/>
            <pc:sldMk cId="4039330121" sldId="381"/>
            <ac:graphicFrameMk id="11" creationId="{1A152C93-5697-EF62-BD3C-3BCD04086E1C}"/>
          </ac:graphicFrameMkLst>
        </pc:graphicFrameChg>
        <pc:graphicFrameChg chg="add mod modGraphic">
          <ac:chgData name="Lutt, Tim" userId="96464342-de45-4d8a-b3ef-ba7fe1692ea5" providerId="ADAL" clId="{8AB732D4-7F2F-4E92-AD71-9E03C0759304}" dt="2023-03-08T13:47:21.632" v="11805" actId="20577"/>
          <ac:graphicFrameMkLst>
            <pc:docMk/>
            <pc:sldMk cId="4039330121" sldId="381"/>
            <ac:graphicFrameMk id="13" creationId="{3E307EB7-EEC5-5C97-DE40-B295ECD15CDF}"/>
          </ac:graphicFrameMkLst>
        </pc:graphicFrameChg>
        <pc:picChg chg="mod">
          <ac:chgData name="Lutt, Tim" userId="96464342-de45-4d8a-b3ef-ba7fe1692ea5" providerId="ADAL" clId="{8AB732D4-7F2F-4E92-AD71-9E03C0759304}" dt="2023-03-08T12:58:19.152" v="8336" actId="1076"/>
          <ac:picMkLst>
            <pc:docMk/>
            <pc:sldMk cId="4039330121" sldId="381"/>
            <ac:picMk id="15" creationId="{8966F189-7BF4-6AA5-46C6-FFF5E4C10D5E}"/>
          </ac:picMkLst>
        </pc:picChg>
        <pc:cxnChg chg="add mod">
          <ac:chgData name="Lutt, Tim" userId="96464342-de45-4d8a-b3ef-ba7fe1692ea5" providerId="ADAL" clId="{8AB732D4-7F2F-4E92-AD71-9E03C0759304}" dt="2023-03-08T13:00:00.301" v="8414" actId="14100"/>
          <ac:cxnSpMkLst>
            <pc:docMk/>
            <pc:sldMk cId="4039330121" sldId="381"/>
            <ac:cxnSpMk id="16" creationId="{245A59ED-1594-29AD-AD43-4A3448F155EB}"/>
          </ac:cxnSpMkLst>
        </pc:cxnChg>
      </pc:sldChg>
      <pc:sldChg chg="add">
        <pc:chgData name="Lutt, Tim" userId="96464342-de45-4d8a-b3ef-ba7fe1692ea5" providerId="ADAL" clId="{8AB732D4-7F2F-4E92-AD71-9E03C0759304}" dt="2023-03-08T12:54:27.939" v="7994"/>
        <pc:sldMkLst>
          <pc:docMk/>
          <pc:sldMk cId="2143994366" sldId="382"/>
        </pc:sldMkLst>
      </pc:sldChg>
      <pc:sldChg chg="add">
        <pc:chgData name="Lutt, Tim" userId="96464342-de45-4d8a-b3ef-ba7fe1692ea5" providerId="ADAL" clId="{8AB732D4-7F2F-4E92-AD71-9E03C0759304}" dt="2023-03-08T12:56:01.187" v="8080"/>
        <pc:sldMkLst>
          <pc:docMk/>
          <pc:sldMk cId="4205691252" sldId="383"/>
        </pc:sldMkLst>
      </pc:sldChg>
      <pc:sldChg chg="addSp delSp modSp add mod">
        <pc:chgData name="Lutt, Tim" userId="96464342-de45-4d8a-b3ef-ba7fe1692ea5" providerId="ADAL" clId="{8AB732D4-7F2F-4E92-AD71-9E03C0759304}" dt="2023-03-08T13:40:48.751" v="11636" actId="478"/>
        <pc:sldMkLst>
          <pc:docMk/>
          <pc:sldMk cId="3125839983" sldId="384"/>
        </pc:sldMkLst>
        <pc:spChg chg="add mod">
          <ac:chgData name="Lutt, Tim" userId="96464342-de45-4d8a-b3ef-ba7fe1692ea5" providerId="ADAL" clId="{8AB732D4-7F2F-4E92-AD71-9E03C0759304}" dt="2023-03-08T13:02:08.477" v="8603" actId="1076"/>
          <ac:spMkLst>
            <pc:docMk/>
            <pc:sldMk cId="3125839983" sldId="384"/>
            <ac:spMk id="3" creationId="{B5FCD626-2F07-017D-36F6-434E451FA89C}"/>
          </ac:spMkLst>
        </pc:spChg>
        <pc:spChg chg="add mod">
          <ac:chgData name="Lutt, Tim" userId="96464342-de45-4d8a-b3ef-ba7fe1692ea5" providerId="ADAL" clId="{8AB732D4-7F2F-4E92-AD71-9E03C0759304}" dt="2023-03-08T13:02:08.477" v="8603" actId="1076"/>
          <ac:spMkLst>
            <pc:docMk/>
            <pc:sldMk cId="3125839983" sldId="384"/>
            <ac:spMk id="4" creationId="{914FDC56-465B-CF76-B4D1-33BD50D3EB8B}"/>
          </ac:spMkLst>
        </pc:spChg>
        <pc:spChg chg="del">
          <ac:chgData name="Lutt, Tim" userId="96464342-de45-4d8a-b3ef-ba7fe1692ea5" providerId="ADAL" clId="{8AB732D4-7F2F-4E92-AD71-9E03C0759304}" dt="2023-03-08T13:40:48.751" v="11636" actId="478"/>
          <ac:spMkLst>
            <pc:docMk/>
            <pc:sldMk cId="3125839983" sldId="384"/>
            <ac:spMk id="5" creationId="{702CBB86-8467-4F82-65C2-42A38A78EB1A}"/>
          </ac:spMkLst>
        </pc:spChg>
        <pc:spChg chg="del">
          <ac:chgData name="Lutt, Tim" userId="96464342-de45-4d8a-b3ef-ba7fe1692ea5" providerId="ADAL" clId="{8AB732D4-7F2F-4E92-AD71-9E03C0759304}" dt="2023-03-08T13:40:48.751" v="11636" actId="478"/>
          <ac:spMkLst>
            <pc:docMk/>
            <pc:sldMk cId="3125839983" sldId="384"/>
            <ac:spMk id="6" creationId="{1F6C47A8-32B4-A2C5-958E-FF5390AC7BCA}"/>
          </ac:spMkLst>
        </pc:spChg>
        <pc:spChg chg="del">
          <ac:chgData name="Lutt, Tim" userId="96464342-de45-4d8a-b3ef-ba7fe1692ea5" providerId="ADAL" clId="{8AB732D4-7F2F-4E92-AD71-9E03C0759304}" dt="2023-03-08T13:40:48.751" v="11636" actId="478"/>
          <ac:spMkLst>
            <pc:docMk/>
            <pc:sldMk cId="3125839983" sldId="384"/>
            <ac:spMk id="7" creationId="{31E319DB-95DF-1A2B-0F28-88875C97608A}"/>
          </ac:spMkLst>
        </pc:spChg>
        <pc:spChg chg="mod">
          <ac:chgData name="Lutt, Tim" userId="96464342-de45-4d8a-b3ef-ba7fe1692ea5" providerId="ADAL" clId="{8AB732D4-7F2F-4E92-AD71-9E03C0759304}" dt="2023-03-08T13:04:18.240" v="8826" actId="20577"/>
          <ac:spMkLst>
            <pc:docMk/>
            <pc:sldMk cId="3125839983" sldId="384"/>
            <ac:spMk id="10" creationId="{D5CDDDB3-37FD-C9DE-9ADD-6DE8BF11C0F2}"/>
          </ac:spMkLst>
        </pc:spChg>
        <pc:picChg chg="add mod">
          <ac:chgData name="Lutt, Tim" userId="96464342-de45-4d8a-b3ef-ba7fe1692ea5" providerId="ADAL" clId="{8AB732D4-7F2F-4E92-AD71-9E03C0759304}" dt="2023-03-08T13:02:08.477" v="8603" actId="1076"/>
          <ac:picMkLst>
            <pc:docMk/>
            <pc:sldMk cId="3125839983" sldId="384"/>
            <ac:picMk id="2" creationId="{2DA9FF6E-355E-5557-7FC3-57E99FF41974}"/>
          </ac:picMkLst>
        </pc:picChg>
      </pc:sldChg>
      <pc:sldChg chg="addSp delSp modSp add mod modAnim">
        <pc:chgData name="Lutt, Tim" userId="96464342-de45-4d8a-b3ef-ba7fe1692ea5" providerId="ADAL" clId="{8AB732D4-7F2F-4E92-AD71-9E03C0759304}" dt="2023-03-08T13:49:18.036" v="11927"/>
        <pc:sldMkLst>
          <pc:docMk/>
          <pc:sldMk cId="4095496176" sldId="385"/>
        </pc:sldMkLst>
        <pc:spChg chg="mod">
          <ac:chgData name="Lutt, Tim" userId="96464342-de45-4d8a-b3ef-ba7fe1692ea5" providerId="ADAL" clId="{8AB732D4-7F2F-4E92-AD71-9E03C0759304}" dt="2023-03-08T13:49:02.478" v="11926" actId="313"/>
          <ac:spMkLst>
            <pc:docMk/>
            <pc:sldMk cId="4095496176" sldId="385"/>
            <ac:spMk id="4" creationId="{A17F80A9-6337-524E-AC61-32C5AFEE8E6D}"/>
          </ac:spMkLst>
        </pc:spChg>
        <pc:spChg chg="add del mod">
          <ac:chgData name="Lutt, Tim" userId="96464342-de45-4d8a-b3ef-ba7fe1692ea5" providerId="ADAL" clId="{8AB732D4-7F2F-4E92-AD71-9E03C0759304}" dt="2023-03-08T13:24:11.322" v="9462" actId="21"/>
          <ac:spMkLst>
            <pc:docMk/>
            <pc:sldMk cId="4095496176" sldId="385"/>
            <ac:spMk id="32" creationId="{EFC46799-9774-C814-50C0-48AEA7061DD5}"/>
          </ac:spMkLst>
        </pc:spChg>
        <pc:picChg chg="del">
          <ac:chgData name="Lutt, Tim" userId="96464342-de45-4d8a-b3ef-ba7fe1692ea5" providerId="ADAL" clId="{8AB732D4-7F2F-4E92-AD71-9E03C0759304}" dt="2023-03-08T13:09:54.758" v="9102" actId="478"/>
          <ac:picMkLst>
            <pc:docMk/>
            <pc:sldMk cId="4095496176" sldId="385"/>
            <ac:picMk id="2" creationId="{17FD95F9-F3E5-5A31-2DF1-29EFEDF6977B}"/>
          </ac:picMkLst>
        </pc:picChg>
        <pc:picChg chg="del">
          <ac:chgData name="Lutt, Tim" userId="96464342-de45-4d8a-b3ef-ba7fe1692ea5" providerId="ADAL" clId="{8AB732D4-7F2F-4E92-AD71-9E03C0759304}" dt="2023-03-08T13:09:55.182" v="9103" actId="478"/>
          <ac:picMkLst>
            <pc:docMk/>
            <pc:sldMk cId="4095496176" sldId="385"/>
            <ac:picMk id="8" creationId="{39209EBB-5BB6-F7B0-6247-F3A046A2444E}"/>
          </ac:picMkLst>
        </pc:picChg>
        <pc:picChg chg="add mod">
          <ac:chgData name="Lutt, Tim" userId="96464342-de45-4d8a-b3ef-ba7fe1692ea5" providerId="ADAL" clId="{8AB732D4-7F2F-4E92-AD71-9E03C0759304}" dt="2023-03-08T13:10:05.242" v="9106"/>
          <ac:picMkLst>
            <pc:docMk/>
            <pc:sldMk cId="4095496176" sldId="385"/>
            <ac:picMk id="9" creationId="{49E9A66B-BBAD-3867-C604-99457758F90B}"/>
          </ac:picMkLst>
        </pc:picChg>
        <pc:picChg chg="del">
          <ac:chgData name="Lutt, Tim" userId="96464342-de45-4d8a-b3ef-ba7fe1692ea5" providerId="ADAL" clId="{8AB732D4-7F2F-4E92-AD71-9E03C0759304}" dt="2023-03-08T13:10:05.070" v="9105" actId="478"/>
          <ac:picMkLst>
            <pc:docMk/>
            <pc:sldMk cId="4095496176" sldId="385"/>
            <ac:picMk id="11" creationId="{52C06B33-8EC5-47BE-58B3-969BC46FB8B9}"/>
          </ac:picMkLst>
        </pc:picChg>
        <pc:picChg chg="add mod">
          <ac:chgData name="Lutt, Tim" userId="96464342-de45-4d8a-b3ef-ba7fe1692ea5" providerId="ADAL" clId="{8AB732D4-7F2F-4E92-AD71-9E03C0759304}" dt="2023-03-08T13:25:53.183" v="9864" actId="1076"/>
          <ac:picMkLst>
            <pc:docMk/>
            <pc:sldMk cId="4095496176" sldId="385"/>
            <ac:picMk id="12" creationId="{4CFF400C-1B56-9865-3DD6-E51290677FF9}"/>
          </ac:picMkLst>
        </pc:picChg>
        <pc:picChg chg="add mod">
          <ac:chgData name="Lutt, Tim" userId="96464342-de45-4d8a-b3ef-ba7fe1692ea5" providerId="ADAL" clId="{8AB732D4-7F2F-4E92-AD71-9E03C0759304}" dt="2023-03-08T13:25:51.779" v="9863" actId="14100"/>
          <ac:picMkLst>
            <pc:docMk/>
            <pc:sldMk cId="4095496176" sldId="385"/>
            <ac:picMk id="14" creationId="{D712AF1A-228B-00FE-C361-DB57CD0E6498}"/>
          </ac:picMkLst>
        </pc:picChg>
        <pc:picChg chg="add mod">
          <ac:chgData name="Lutt, Tim" userId="96464342-de45-4d8a-b3ef-ba7fe1692ea5" providerId="ADAL" clId="{8AB732D4-7F2F-4E92-AD71-9E03C0759304}" dt="2023-03-08T13:25:50.089" v="9862" actId="1076"/>
          <ac:picMkLst>
            <pc:docMk/>
            <pc:sldMk cId="4095496176" sldId="385"/>
            <ac:picMk id="16" creationId="{4248BA82-0A36-9349-07D2-3ED91DC88BD1}"/>
          </ac:picMkLst>
        </pc:picChg>
        <pc:cxnChg chg="add del mod">
          <ac:chgData name="Lutt, Tim" userId="96464342-de45-4d8a-b3ef-ba7fe1692ea5" providerId="ADAL" clId="{8AB732D4-7F2F-4E92-AD71-9E03C0759304}" dt="2023-03-08T13:24:07.577" v="9460" actId="21"/>
          <ac:cxnSpMkLst>
            <pc:docMk/>
            <pc:sldMk cId="4095496176" sldId="385"/>
            <ac:cxnSpMk id="17" creationId="{2796761C-3B24-521D-D627-0CC25D7F95AE}"/>
          </ac:cxnSpMkLst>
        </pc:cxnChg>
        <pc:cxnChg chg="add del mod">
          <ac:chgData name="Lutt, Tim" userId="96464342-de45-4d8a-b3ef-ba7fe1692ea5" providerId="ADAL" clId="{8AB732D4-7F2F-4E92-AD71-9E03C0759304}" dt="2023-03-08T13:24:06.281" v="9458" actId="21"/>
          <ac:cxnSpMkLst>
            <pc:docMk/>
            <pc:sldMk cId="4095496176" sldId="385"/>
            <ac:cxnSpMk id="22" creationId="{086C1C77-EF15-A0AD-EC74-A7F226473652}"/>
          </ac:cxnSpMkLst>
        </pc:cxnChg>
        <pc:cxnChg chg="add del mod">
          <ac:chgData name="Lutt, Tim" userId="96464342-de45-4d8a-b3ef-ba7fe1692ea5" providerId="ADAL" clId="{8AB732D4-7F2F-4E92-AD71-9E03C0759304}" dt="2023-03-08T13:24:05.673" v="9457" actId="21"/>
          <ac:cxnSpMkLst>
            <pc:docMk/>
            <pc:sldMk cId="4095496176" sldId="385"/>
            <ac:cxnSpMk id="26" creationId="{C9389CF0-3365-1BD2-0B66-1B8F492A2E9C}"/>
          </ac:cxnSpMkLst>
        </pc:cxnChg>
        <pc:cxnChg chg="add del mod">
          <ac:chgData name="Lutt, Tim" userId="96464342-de45-4d8a-b3ef-ba7fe1692ea5" providerId="ADAL" clId="{8AB732D4-7F2F-4E92-AD71-9E03C0759304}" dt="2023-03-08T13:24:06.993" v="9459" actId="21"/>
          <ac:cxnSpMkLst>
            <pc:docMk/>
            <pc:sldMk cId="4095496176" sldId="385"/>
            <ac:cxnSpMk id="29" creationId="{457BC770-CB60-EE3F-384E-5E6E9B584954}"/>
          </ac:cxnSpMkLst>
        </pc:cxnChg>
      </pc:sldChg>
      <pc:sldChg chg="addSp delSp modSp add mod">
        <pc:chgData name="Lutt, Tim" userId="96464342-de45-4d8a-b3ef-ba7fe1692ea5" providerId="ADAL" clId="{8AB732D4-7F2F-4E92-AD71-9E03C0759304}" dt="2023-03-08T13:50:00.134" v="11958" actId="1076"/>
        <pc:sldMkLst>
          <pc:docMk/>
          <pc:sldMk cId="3829049533" sldId="386"/>
        </pc:sldMkLst>
        <pc:spChg chg="mod">
          <ac:chgData name="Lutt, Tim" userId="96464342-de45-4d8a-b3ef-ba7fe1692ea5" providerId="ADAL" clId="{8AB732D4-7F2F-4E92-AD71-9E03C0759304}" dt="2023-03-08T13:49:53.595" v="11955" actId="113"/>
          <ac:spMkLst>
            <pc:docMk/>
            <pc:sldMk cId="3829049533" sldId="386"/>
            <ac:spMk id="4" creationId="{A17F80A9-6337-524E-AC61-32C5AFEE8E6D}"/>
          </ac:spMkLst>
        </pc:spChg>
        <pc:picChg chg="del">
          <ac:chgData name="Lutt, Tim" userId="96464342-de45-4d8a-b3ef-ba7fe1692ea5" providerId="ADAL" clId="{8AB732D4-7F2F-4E92-AD71-9E03C0759304}" dt="2023-03-08T13:20:25.217" v="9425" actId="21"/>
          <ac:picMkLst>
            <pc:docMk/>
            <pc:sldMk cId="3829049533" sldId="386"/>
            <ac:picMk id="2" creationId="{17FD95F9-F3E5-5A31-2DF1-29EFEDF6977B}"/>
          </ac:picMkLst>
        </pc:picChg>
        <pc:picChg chg="del">
          <ac:chgData name="Lutt, Tim" userId="96464342-de45-4d8a-b3ef-ba7fe1692ea5" providerId="ADAL" clId="{8AB732D4-7F2F-4E92-AD71-9E03C0759304}" dt="2023-03-08T13:20:24.701" v="9424" actId="21"/>
          <ac:picMkLst>
            <pc:docMk/>
            <pc:sldMk cId="3829049533" sldId="386"/>
            <ac:picMk id="8" creationId="{39209EBB-5BB6-F7B0-6247-F3A046A2444E}"/>
          </ac:picMkLst>
        </pc:picChg>
        <pc:picChg chg="add mod">
          <ac:chgData name="Lutt, Tim" userId="96464342-de45-4d8a-b3ef-ba7fe1692ea5" providerId="ADAL" clId="{8AB732D4-7F2F-4E92-AD71-9E03C0759304}" dt="2023-03-08T13:50:00.134" v="11958" actId="1076"/>
          <ac:picMkLst>
            <pc:docMk/>
            <pc:sldMk cId="3829049533" sldId="386"/>
            <ac:picMk id="10" creationId="{8222C1C3-14D5-348D-233D-BEB9A10D626D}"/>
          </ac:picMkLst>
        </pc:picChg>
        <pc:picChg chg="add mod">
          <ac:chgData name="Lutt, Tim" userId="96464342-de45-4d8a-b3ef-ba7fe1692ea5" providerId="ADAL" clId="{8AB732D4-7F2F-4E92-AD71-9E03C0759304}" dt="2023-03-08T13:49:57.926" v="11956" actId="1076"/>
          <ac:picMkLst>
            <pc:docMk/>
            <pc:sldMk cId="3829049533" sldId="386"/>
            <ac:picMk id="13" creationId="{8C3D0E1F-6CB9-44FD-AA32-AC84FB24603A}"/>
          </ac:picMkLst>
        </pc:picChg>
      </pc:sldChg>
      <pc:sldChg chg="addSp delSp modSp add mod ord">
        <pc:chgData name="Lutt, Tim" userId="96464342-de45-4d8a-b3ef-ba7fe1692ea5" providerId="ADAL" clId="{8AB732D4-7F2F-4E92-AD71-9E03C0759304}" dt="2023-03-08T13:43:10.506" v="11673" actId="20577"/>
        <pc:sldMkLst>
          <pc:docMk/>
          <pc:sldMk cId="1486982585" sldId="387"/>
        </pc:sldMkLst>
        <pc:spChg chg="del">
          <ac:chgData name="Lutt, Tim" userId="96464342-de45-4d8a-b3ef-ba7fe1692ea5" providerId="ADAL" clId="{8AB732D4-7F2F-4E92-AD71-9E03C0759304}" dt="2023-03-08T13:32:52.533" v="10939" actId="21"/>
          <ac:spMkLst>
            <pc:docMk/>
            <pc:sldMk cId="1486982585" sldId="387"/>
            <ac:spMk id="2" creationId="{7516B514-B6A6-7FDE-8DE6-954336D591D2}"/>
          </ac:spMkLst>
        </pc:spChg>
        <pc:spChg chg="mod">
          <ac:chgData name="Lutt, Tim" userId="96464342-de45-4d8a-b3ef-ba7fe1692ea5" providerId="ADAL" clId="{8AB732D4-7F2F-4E92-AD71-9E03C0759304}" dt="2023-03-08T13:43:10.506" v="11673" actId="20577"/>
          <ac:spMkLst>
            <pc:docMk/>
            <pc:sldMk cId="1486982585" sldId="387"/>
            <ac:spMk id="4" creationId="{A17F80A9-6337-524E-AC61-32C5AFEE8E6D}"/>
          </ac:spMkLst>
        </pc:spChg>
        <pc:spChg chg="del">
          <ac:chgData name="Lutt, Tim" userId="96464342-de45-4d8a-b3ef-ba7fe1692ea5" providerId="ADAL" clId="{8AB732D4-7F2F-4E92-AD71-9E03C0759304}" dt="2023-03-08T13:32:53.006" v="10940" actId="21"/>
          <ac:spMkLst>
            <pc:docMk/>
            <pc:sldMk cId="1486982585" sldId="387"/>
            <ac:spMk id="8" creationId="{38CA06D9-2E02-4490-A0D9-8D719AA63912}"/>
          </ac:spMkLst>
        </pc:spChg>
        <pc:spChg chg="del">
          <ac:chgData name="Lutt, Tim" userId="96464342-de45-4d8a-b3ef-ba7fe1692ea5" providerId="ADAL" clId="{8AB732D4-7F2F-4E92-AD71-9E03C0759304}" dt="2023-03-08T13:32:51.838" v="10938" actId="21"/>
          <ac:spMkLst>
            <pc:docMk/>
            <pc:sldMk cId="1486982585" sldId="387"/>
            <ac:spMk id="11" creationId="{1053F5F3-DB5E-ADCB-D405-832F2FD1B413}"/>
          </ac:spMkLst>
        </pc:spChg>
        <pc:spChg chg="add del mod">
          <ac:chgData name="Lutt, Tim" userId="96464342-de45-4d8a-b3ef-ba7fe1692ea5" providerId="ADAL" clId="{8AB732D4-7F2F-4E92-AD71-9E03C0759304}" dt="2023-03-08T13:32:49.062" v="10937" actId="21"/>
          <ac:spMkLst>
            <pc:docMk/>
            <pc:sldMk cId="1486982585" sldId="387"/>
            <ac:spMk id="15" creationId="{8842567D-BEDE-11E1-C667-2917DF4A323A}"/>
          </ac:spMkLst>
        </pc:spChg>
        <pc:spChg chg="add del mod">
          <ac:chgData name="Lutt, Tim" userId="96464342-de45-4d8a-b3ef-ba7fe1692ea5" providerId="ADAL" clId="{8AB732D4-7F2F-4E92-AD71-9E03C0759304}" dt="2023-03-08T13:32:49.062" v="10937" actId="21"/>
          <ac:spMkLst>
            <pc:docMk/>
            <pc:sldMk cId="1486982585" sldId="387"/>
            <ac:spMk id="16" creationId="{E6530653-A229-C965-50FD-CC30DCF2C6D4}"/>
          </ac:spMkLst>
        </pc:spChg>
        <pc:spChg chg="add mod">
          <ac:chgData name="Lutt, Tim" userId="96464342-de45-4d8a-b3ef-ba7fe1692ea5" providerId="ADAL" clId="{8AB732D4-7F2F-4E92-AD71-9E03C0759304}" dt="2023-03-08T13:35:51.982" v="11018" actId="1076"/>
          <ac:spMkLst>
            <pc:docMk/>
            <pc:sldMk cId="1486982585" sldId="387"/>
            <ac:spMk id="25" creationId="{724D5DE7-9748-2147-54C2-D599F4FD0E41}"/>
          </ac:spMkLst>
        </pc:spChg>
        <pc:spChg chg="add mod">
          <ac:chgData name="Lutt, Tim" userId="96464342-de45-4d8a-b3ef-ba7fe1692ea5" providerId="ADAL" clId="{8AB732D4-7F2F-4E92-AD71-9E03C0759304}" dt="2023-03-08T13:35:51.982" v="11018" actId="1076"/>
          <ac:spMkLst>
            <pc:docMk/>
            <pc:sldMk cId="1486982585" sldId="387"/>
            <ac:spMk id="27" creationId="{7A9087E8-4891-262F-9C5D-5ADD55CAC1B9}"/>
          </ac:spMkLst>
        </pc:spChg>
        <pc:spChg chg="add mod">
          <ac:chgData name="Lutt, Tim" userId="96464342-de45-4d8a-b3ef-ba7fe1692ea5" providerId="ADAL" clId="{8AB732D4-7F2F-4E92-AD71-9E03C0759304}" dt="2023-03-08T13:37:52.314" v="11517" actId="113"/>
          <ac:spMkLst>
            <pc:docMk/>
            <pc:sldMk cId="1486982585" sldId="387"/>
            <ac:spMk id="28" creationId="{FA67B6C1-5C5A-C050-D265-0C2C64DAEAE0}"/>
          </ac:spMkLst>
        </pc:spChg>
        <pc:grpChg chg="add mod">
          <ac:chgData name="Lutt, Tim" userId="96464342-de45-4d8a-b3ef-ba7fe1692ea5" providerId="ADAL" clId="{8AB732D4-7F2F-4E92-AD71-9E03C0759304}" dt="2023-03-08T13:32:17.109" v="10844" actId="1076"/>
          <ac:grpSpMkLst>
            <pc:docMk/>
            <pc:sldMk cId="1486982585" sldId="387"/>
            <ac:grpSpMk id="12" creationId="{E45EB3CC-E863-0484-F3D6-0150D5847B54}"/>
          </ac:grpSpMkLst>
        </pc:grpChg>
        <pc:grpChg chg="add mod">
          <ac:chgData name="Lutt, Tim" userId="96464342-de45-4d8a-b3ef-ba7fe1692ea5" providerId="ADAL" clId="{8AB732D4-7F2F-4E92-AD71-9E03C0759304}" dt="2023-03-08T13:35:51.982" v="11018" actId="1076"/>
          <ac:grpSpMkLst>
            <pc:docMk/>
            <pc:sldMk cId="1486982585" sldId="387"/>
            <ac:grpSpMk id="20" creationId="{A15BFCE0-9A63-77CB-D209-FAAC69FB9CAE}"/>
          </ac:grpSpMkLst>
        </pc:grpChg>
        <pc:grpChg chg="add mod">
          <ac:chgData name="Lutt, Tim" userId="96464342-de45-4d8a-b3ef-ba7fe1692ea5" providerId="ADAL" clId="{8AB732D4-7F2F-4E92-AD71-9E03C0759304}" dt="2023-03-08T13:35:51.982" v="11018" actId="1076"/>
          <ac:grpSpMkLst>
            <pc:docMk/>
            <pc:sldMk cId="1486982585" sldId="387"/>
            <ac:grpSpMk id="23" creationId="{A666A64D-5272-B834-C440-24F93B65D9B7}"/>
          </ac:grpSpMkLst>
        </pc:grpChg>
        <pc:grpChg chg="add mod">
          <ac:chgData name="Lutt, Tim" userId="96464342-de45-4d8a-b3ef-ba7fe1692ea5" providerId="ADAL" clId="{8AB732D4-7F2F-4E92-AD71-9E03C0759304}" dt="2023-03-08T13:35:51.982" v="11018" actId="1076"/>
          <ac:grpSpMkLst>
            <pc:docMk/>
            <pc:sldMk cId="1486982585" sldId="387"/>
            <ac:grpSpMk id="24" creationId="{07B32957-2C77-294E-035B-0F723BF69A82}"/>
          </ac:grpSpMkLst>
        </pc:grpChg>
        <pc:picChg chg="mod modCrop">
          <ac:chgData name="Lutt, Tim" userId="96464342-de45-4d8a-b3ef-ba7fe1692ea5" providerId="ADAL" clId="{8AB732D4-7F2F-4E92-AD71-9E03C0759304}" dt="2023-03-08T13:32:06.757" v="10821" actId="164"/>
          <ac:picMkLst>
            <pc:docMk/>
            <pc:sldMk cId="1486982585" sldId="387"/>
            <ac:picMk id="9" creationId="{5FEF84B1-A38E-4F4F-2804-C9478592C9E3}"/>
          </ac:picMkLst>
        </pc:picChg>
        <pc:picChg chg="mod modCrop">
          <ac:chgData name="Lutt, Tim" userId="96464342-de45-4d8a-b3ef-ba7fe1692ea5" providerId="ADAL" clId="{8AB732D4-7F2F-4E92-AD71-9E03C0759304}" dt="2023-03-08T13:34:58.790" v="10983" actId="164"/>
          <ac:picMkLst>
            <pc:docMk/>
            <pc:sldMk cId="1486982585" sldId="387"/>
            <ac:picMk id="10" creationId="{F788D0B1-FD64-568F-652D-6833FD2197BC}"/>
          </ac:picMkLst>
        </pc:picChg>
        <pc:picChg chg="add del mod">
          <ac:chgData name="Lutt, Tim" userId="96464342-de45-4d8a-b3ef-ba7fe1692ea5" providerId="ADAL" clId="{8AB732D4-7F2F-4E92-AD71-9E03C0759304}" dt="2023-03-08T13:32:49.062" v="10937" actId="21"/>
          <ac:picMkLst>
            <pc:docMk/>
            <pc:sldMk cId="1486982585" sldId="387"/>
            <ac:picMk id="13" creationId="{BD860CD6-CED9-AA8B-F05B-C88333ECA195}"/>
          </ac:picMkLst>
        </pc:picChg>
        <pc:picChg chg="mod modCrop">
          <ac:chgData name="Lutt, Tim" userId="96464342-de45-4d8a-b3ef-ba7fe1692ea5" providerId="ADAL" clId="{8AB732D4-7F2F-4E92-AD71-9E03C0759304}" dt="2023-03-08T13:32:06.757" v="10821" actId="164"/>
          <ac:picMkLst>
            <pc:docMk/>
            <pc:sldMk cId="1486982585" sldId="387"/>
            <ac:picMk id="14" creationId="{96170E2A-1156-A2B8-3BDD-80014DC8ED59}"/>
          </ac:picMkLst>
        </pc:picChg>
        <pc:picChg chg="add mod modCrop">
          <ac:chgData name="Lutt, Tim" userId="96464342-de45-4d8a-b3ef-ba7fe1692ea5" providerId="ADAL" clId="{8AB732D4-7F2F-4E92-AD71-9E03C0759304}" dt="2023-03-08T13:34:57.566" v="10982" actId="164"/>
          <ac:picMkLst>
            <pc:docMk/>
            <pc:sldMk cId="1486982585" sldId="387"/>
            <ac:picMk id="17" creationId="{363D8A8F-DA76-92A6-B72D-B88D610428B2}"/>
          </ac:picMkLst>
        </pc:picChg>
        <pc:picChg chg="add mod modCrop">
          <ac:chgData name="Lutt, Tim" userId="96464342-de45-4d8a-b3ef-ba7fe1692ea5" providerId="ADAL" clId="{8AB732D4-7F2F-4E92-AD71-9E03C0759304}" dt="2023-03-08T13:34:57.566" v="10982" actId="164"/>
          <ac:picMkLst>
            <pc:docMk/>
            <pc:sldMk cId="1486982585" sldId="387"/>
            <ac:picMk id="18" creationId="{B454A1F3-A96D-DBBD-B809-C7DBF636DB5F}"/>
          </ac:picMkLst>
        </pc:picChg>
        <pc:picChg chg="add mod modCrop">
          <ac:chgData name="Lutt, Tim" userId="96464342-de45-4d8a-b3ef-ba7fe1692ea5" providerId="ADAL" clId="{8AB732D4-7F2F-4E92-AD71-9E03C0759304}" dt="2023-03-08T13:34:58.790" v="10983" actId="164"/>
          <ac:picMkLst>
            <pc:docMk/>
            <pc:sldMk cId="1486982585" sldId="387"/>
            <ac:picMk id="19" creationId="{BD7E82B6-7ECE-1F12-5CA7-978131C1572F}"/>
          </ac:picMkLst>
        </pc:picChg>
        <pc:picChg chg="mod">
          <ac:chgData name="Lutt, Tim" userId="96464342-de45-4d8a-b3ef-ba7fe1692ea5" providerId="ADAL" clId="{8AB732D4-7F2F-4E92-AD71-9E03C0759304}" dt="2023-03-08T13:34:50.010" v="10978"/>
          <ac:picMkLst>
            <pc:docMk/>
            <pc:sldMk cId="1486982585" sldId="387"/>
            <ac:picMk id="21" creationId="{0E004293-8461-EE26-A7DA-0A6FC283A958}"/>
          </ac:picMkLst>
        </pc:picChg>
        <pc:picChg chg="mod">
          <ac:chgData name="Lutt, Tim" userId="96464342-de45-4d8a-b3ef-ba7fe1692ea5" providerId="ADAL" clId="{8AB732D4-7F2F-4E92-AD71-9E03C0759304}" dt="2023-03-08T13:34:50.010" v="10978"/>
          <ac:picMkLst>
            <pc:docMk/>
            <pc:sldMk cId="1486982585" sldId="387"/>
            <ac:picMk id="22" creationId="{4C7B29CD-6E1F-4179-0CE5-C0A7AEA2A785}"/>
          </ac:picMkLst>
        </pc:picChg>
      </pc:sldChg>
      <pc:sldChg chg="addSp delSp modSp add mod">
        <pc:chgData name="Lutt, Tim" userId="96464342-de45-4d8a-b3ef-ba7fe1692ea5" providerId="ADAL" clId="{8AB732D4-7F2F-4E92-AD71-9E03C0759304}" dt="2023-03-08T13:44:58.249" v="11798" actId="1076"/>
        <pc:sldMkLst>
          <pc:docMk/>
          <pc:sldMk cId="239810408" sldId="388"/>
        </pc:sldMkLst>
        <pc:spChg chg="del">
          <ac:chgData name="Lutt, Tim" userId="96464342-de45-4d8a-b3ef-ba7fe1692ea5" providerId="ADAL" clId="{8AB732D4-7F2F-4E92-AD71-9E03C0759304}" dt="2023-03-08T13:44:47.977" v="11791" actId="21"/>
          <ac:spMkLst>
            <pc:docMk/>
            <pc:sldMk cId="239810408" sldId="388"/>
            <ac:spMk id="4" creationId="{668DE40B-731F-82EB-B70E-89AB2609D637}"/>
          </ac:spMkLst>
        </pc:spChg>
        <pc:spChg chg="del">
          <ac:chgData name="Lutt, Tim" userId="96464342-de45-4d8a-b3ef-ba7fe1692ea5" providerId="ADAL" clId="{8AB732D4-7F2F-4E92-AD71-9E03C0759304}" dt="2023-03-08T13:44:51.425" v="11794" actId="21"/>
          <ac:spMkLst>
            <pc:docMk/>
            <pc:sldMk cId="239810408" sldId="388"/>
            <ac:spMk id="13" creationId="{E29389D9-761A-4F75-38CD-862C78E9739F}"/>
          </ac:spMkLst>
        </pc:spChg>
        <pc:spChg chg="del">
          <ac:chgData name="Lutt, Tim" userId="96464342-de45-4d8a-b3ef-ba7fe1692ea5" providerId="ADAL" clId="{8AB732D4-7F2F-4E92-AD71-9E03C0759304}" dt="2023-03-08T13:44:48.801" v="11792" actId="21"/>
          <ac:spMkLst>
            <pc:docMk/>
            <pc:sldMk cId="239810408" sldId="388"/>
            <ac:spMk id="15" creationId="{EF2E414C-C7F7-740C-899B-627F7A4C17C6}"/>
          </ac:spMkLst>
        </pc:spChg>
        <pc:spChg chg="del">
          <ac:chgData name="Lutt, Tim" userId="96464342-de45-4d8a-b3ef-ba7fe1692ea5" providerId="ADAL" clId="{8AB732D4-7F2F-4E92-AD71-9E03C0759304}" dt="2023-03-08T13:44:49.793" v="11793" actId="21"/>
          <ac:spMkLst>
            <pc:docMk/>
            <pc:sldMk cId="239810408" sldId="388"/>
            <ac:spMk id="16" creationId="{F27A56B0-7DD7-14C9-357F-B95C2A163111}"/>
          </ac:spMkLst>
        </pc:spChg>
        <pc:picChg chg="add del">
          <ac:chgData name="Lutt, Tim" userId="96464342-de45-4d8a-b3ef-ba7fe1692ea5" providerId="ADAL" clId="{8AB732D4-7F2F-4E92-AD71-9E03C0759304}" dt="2023-03-08T13:44:46.150" v="11790" actId="21"/>
          <ac:picMkLst>
            <pc:docMk/>
            <pc:sldMk cId="239810408" sldId="388"/>
            <ac:picMk id="2" creationId="{967E1C70-7F5A-2DC7-5E2D-BBBC9DB002A7}"/>
          </ac:picMkLst>
        </pc:picChg>
        <pc:picChg chg="mod">
          <ac:chgData name="Lutt, Tim" userId="96464342-de45-4d8a-b3ef-ba7fe1692ea5" providerId="ADAL" clId="{8AB732D4-7F2F-4E92-AD71-9E03C0759304}" dt="2023-03-08T13:44:58.249" v="11798" actId="1076"/>
          <ac:picMkLst>
            <pc:docMk/>
            <pc:sldMk cId="239810408" sldId="388"/>
            <ac:picMk id="6" creationId="{6F3BBAEA-DB45-912D-509C-F237617725E8}"/>
          </ac:picMkLst>
        </pc:picChg>
        <pc:cxnChg chg="del mod">
          <ac:chgData name="Lutt, Tim" userId="96464342-de45-4d8a-b3ef-ba7fe1692ea5" providerId="ADAL" clId="{8AB732D4-7F2F-4E92-AD71-9E03C0759304}" dt="2023-03-08T13:44:44.700" v="11788" actId="21"/>
          <ac:cxnSpMkLst>
            <pc:docMk/>
            <pc:sldMk cId="239810408" sldId="388"/>
            <ac:cxnSpMk id="8" creationId="{06F7FC9B-0FA0-2389-6CD4-ED097AE1EF83}"/>
          </ac:cxnSpMkLst>
        </pc:cxnChg>
      </pc:sldChg>
    </pc:docChg>
  </pc:docChgLst>
  <pc:docChgLst>
    <pc:chgData name="Os, Eva van" userId="S::eo08@curio.nl::23611832-7961-4faa-a361-843a0c99016c" providerId="AD" clId="Web-{B6306FEF-6AC7-C601-5531-89782E915A9C}"/>
    <pc:docChg chg="modSld sldOrd">
      <pc:chgData name="Os, Eva van" userId="S::eo08@curio.nl::23611832-7961-4faa-a361-843a0c99016c" providerId="AD" clId="Web-{B6306FEF-6AC7-C601-5531-89782E915A9C}" dt="2023-10-03T10:53:49.777" v="6"/>
      <pc:docMkLst>
        <pc:docMk/>
      </pc:docMkLst>
      <pc:sldChg chg="modSp">
        <pc:chgData name="Os, Eva van" userId="S::eo08@curio.nl::23611832-7961-4faa-a361-843a0c99016c" providerId="AD" clId="Web-{B6306FEF-6AC7-C601-5531-89782E915A9C}" dt="2023-10-03T10:38:48.636" v="3" actId="20577"/>
        <pc:sldMkLst>
          <pc:docMk/>
          <pc:sldMk cId="579246477" sldId="365"/>
        </pc:sldMkLst>
        <pc:spChg chg="mod">
          <ac:chgData name="Os, Eva van" userId="S::eo08@curio.nl::23611832-7961-4faa-a361-843a0c99016c" providerId="AD" clId="Web-{B6306FEF-6AC7-C601-5531-89782E915A9C}" dt="2023-10-03T10:38:48.636" v="3" actId="20577"/>
          <ac:spMkLst>
            <pc:docMk/>
            <pc:sldMk cId="579246477" sldId="365"/>
            <ac:spMk id="4" creationId="{A17F80A9-6337-524E-AC61-32C5AFEE8E6D}"/>
          </ac:spMkLst>
        </pc:spChg>
      </pc:sldChg>
      <pc:sldChg chg="modSp">
        <pc:chgData name="Os, Eva van" userId="S::eo08@curio.nl::23611832-7961-4faa-a361-843a0c99016c" providerId="AD" clId="Web-{B6306FEF-6AC7-C601-5531-89782E915A9C}" dt="2023-10-03T10:40:36.609" v="4"/>
        <pc:sldMkLst>
          <pc:docMk/>
          <pc:sldMk cId="140713157" sldId="369"/>
        </pc:sldMkLst>
        <pc:picChg chg="mod">
          <ac:chgData name="Os, Eva van" userId="S::eo08@curio.nl::23611832-7961-4faa-a361-843a0c99016c" providerId="AD" clId="Web-{B6306FEF-6AC7-C601-5531-89782E915A9C}" dt="2023-10-03T10:40:36.609" v="4"/>
          <ac:picMkLst>
            <pc:docMk/>
            <pc:sldMk cId="140713157" sldId="369"/>
            <ac:picMk id="6" creationId="{6F3BBAEA-DB45-912D-509C-F237617725E8}"/>
          </ac:picMkLst>
        </pc:picChg>
      </pc:sldChg>
      <pc:sldChg chg="modSp">
        <pc:chgData name="Os, Eva van" userId="S::eo08@curio.nl::23611832-7961-4faa-a361-843a0c99016c" providerId="AD" clId="Web-{B6306FEF-6AC7-C601-5531-89782E915A9C}" dt="2023-10-03T10:41:07.297" v="5"/>
        <pc:sldMkLst>
          <pc:docMk/>
          <pc:sldMk cId="2029584125" sldId="370"/>
        </pc:sldMkLst>
        <pc:picChg chg="mod">
          <ac:chgData name="Os, Eva van" userId="S::eo08@curio.nl::23611832-7961-4faa-a361-843a0c99016c" providerId="AD" clId="Web-{B6306FEF-6AC7-C601-5531-89782E915A9C}" dt="2023-10-03T10:41:07.297" v="5"/>
          <ac:picMkLst>
            <pc:docMk/>
            <pc:sldMk cId="2029584125" sldId="370"/>
            <ac:picMk id="6" creationId="{6F3BBAEA-DB45-912D-509C-F237617725E8}"/>
          </ac:picMkLst>
        </pc:picChg>
      </pc:sldChg>
      <pc:sldChg chg="modSp">
        <pc:chgData name="Os, Eva van" userId="S::eo08@curio.nl::23611832-7961-4faa-a361-843a0c99016c" providerId="AD" clId="Web-{B6306FEF-6AC7-C601-5531-89782E915A9C}" dt="2023-10-03T10:36:40.398" v="2" actId="1076"/>
        <pc:sldMkLst>
          <pc:docMk/>
          <pc:sldMk cId="1486982585" sldId="387"/>
        </pc:sldMkLst>
        <pc:spChg chg="mod">
          <ac:chgData name="Os, Eva van" userId="S::eo08@curio.nl::23611832-7961-4faa-a361-843a0c99016c" providerId="AD" clId="Web-{B6306FEF-6AC7-C601-5531-89782E915A9C}" dt="2023-10-03T10:36:28.350" v="1" actId="20577"/>
          <ac:spMkLst>
            <pc:docMk/>
            <pc:sldMk cId="1486982585" sldId="387"/>
            <ac:spMk id="4" creationId="{A17F80A9-6337-524E-AC61-32C5AFEE8E6D}"/>
          </ac:spMkLst>
        </pc:spChg>
        <pc:grpChg chg="mod">
          <ac:chgData name="Os, Eva van" userId="S::eo08@curio.nl::23611832-7961-4faa-a361-843a0c99016c" providerId="AD" clId="Web-{B6306FEF-6AC7-C601-5531-89782E915A9C}" dt="2023-10-03T10:36:40.398" v="2" actId="1076"/>
          <ac:grpSpMkLst>
            <pc:docMk/>
            <pc:sldMk cId="1486982585" sldId="387"/>
            <ac:grpSpMk id="12" creationId="{E45EB3CC-E863-0484-F3D6-0150D5847B54}"/>
          </ac:grpSpMkLst>
        </pc:grpChg>
      </pc:sldChg>
      <pc:sldChg chg="ord">
        <pc:chgData name="Os, Eva van" userId="S::eo08@curio.nl::23611832-7961-4faa-a361-843a0c99016c" providerId="AD" clId="Web-{B6306FEF-6AC7-C601-5531-89782E915A9C}" dt="2023-10-03T10:53:49.777" v="6"/>
        <pc:sldMkLst>
          <pc:docMk/>
          <pc:sldMk cId="239810408" sldId="388"/>
        </pc:sldMkLst>
      </pc:sldChg>
    </pc:docChg>
  </pc:docChgLst>
  <pc:docChgLst>
    <pc:chgData name="Os, Eva van" userId="S::eo08@curio.nl::23611832-7961-4faa-a361-843a0c99016c" providerId="AD" clId="Web-{B1C0A58E-DB18-9C54-798B-4FE1AC666255}"/>
    <pc:docChg chg="modSld">
      <pc:chgData name="Os, Eva van" userId="S::eo08@curio.nl::23611832-7961-4faa-a361-843a0c99016c" providerId="AD" clId="Web-{B1C0A58E-DB18-9C54-798B-4FE1AC666255}" dt="2023-10-02T17:40:36.744" v="1" actId="20577"/>
      <pc:docMkLst>
        <pc:docMk/>
      </pc:docMkLst>
      <pc:sldChg chg="modSp">
        <pc:chgData name="Os, Eva van" userId="S::eo08@curio.nl::23611832-7961-4faa-a361-843a0c99016c" providerId="AD" clId="Web-{B1C0A58E-DB18-9C54-798B-4FE1AC666255}" dt="2023-10-02T17:40:36.744" v="1" actId="20577"/>
        <pc:sldMkLst>
          <pc:docMk/>
          <pc:sldMk cId="2832365081" sldId="367"/>
        </pc:sldMkLst>
        <pc:spChg chg="mod">
          <ac:chgData name="Os, Eva van" userId="S::eo08@curio.nl::23611832-7961-4faa-a361-843a0c99016c" providerId="AD" clId="Web-{B1C0A58E-DB18-9C54-798B-4FE1AC666255}" dt="2023-10-02T17:40:36.744" v="1" actId="20577"/>
          <ac:spMkLst>
            <pc:docMk/>
            <pc:sldMk cId="2832365081" sldId="367"/>
            <ac:spMk id="4" creationId="{A17F80A9-6337-524E-AC61-32C5AFEE8E6D}"/>
          </ac:spMkLst>
        </pc:spChg>
      </pc:sldChg>
    </pc:docChg>
  </pc:docChgLst>
  <pc:docChgLst>
    <pc:chgData name="Os, Eva van" userId="S::eo08@curio.nl::23611832-7961-4faa-a361-843a0c99016c" providerId="AD" clId="Web-{FBA63056-B0D8-0560-F4C8-BC1E12598BDA}"/>
    <pc:docChg chg="modSld">
      <pc:chgData name="Os, Eva van" userId="S::eo08@curio.nl::23611832-7961-4faa-a361-843a0c99016c" providerId="AD" clId="Web-{FBA63056-B0D8-0560-F4C8-BC1E12598BDA}" dt="2023-10-02T17:52:39.611" v="1"/>
      <pc:docMkLst>
        <pc:docMk/>
      </pc:docMkLst>
      <pc:sldChg chg="modSp">
        <pc:chgData name="Os, Eva van" userId="S::eo08@curio.nl::23611832-7961-4faa-a361-843a0c99016c" providerId="AD" clId="Web-{FBA63056-B0D8-0560-F4C8-BC1E12598BDA}" dt="2023-10-02T17:52:39.611" v="1"/>
        <pc:sldMkLst>
          <pc:docMk/>
          <pc:sldMk cId="239810408" sldId="388"/>
        </pc:sldMkLst>
        <pc:picChg chg="mod">
          <ac:chgData name="Os, Eva van" userId="S::eo08@curio.nl::23611832-7961-4faa-a361-843a0c99016c" providerId="AD" clId="Web-{FBA63056-B0D8-0560-F4C8-BC1E12598BDA}" dt="2023-10-02T17:52:39.611" v="1"/>
          <ac:picMkLst>
            <pc:docMk/>
            <pc:sldMk cId="239810408" sldId="388"/>
            <ac:picMk id="6" creationId="{6F3BBAEA-DB45-912D-509C-F237617725E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nl-NL"/>
          </a:p>
        </p:txBody>
      </p:sp>
      <p:sp>
        <p:nvSpPr>
          <p:cNvPr id="4" name="Tijdelijke aanduiding voor voettekst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nl-NL"/>
          </a:p>
        </p:txBody>
      </p:sp>
      <p:sp>
        <p:nvSpPr>
          <p:cNvPr id="5" name="Tijdelijke aanduiding voor dianummer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E6D13E5-4CEC-3A4A-8E5D-AFCEE7512EEC}" type="slidenum">
              <a:rPr lang="nl-NL" smtClean="0"/>
              <a:t>‹#›</a:t>
            </a:fld>
            <a:endParaRPr lang="nl-NL"/>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nl-NL" noProof="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43EAB90C-7E45-4F1A-8C50-2263DDFC2337}" type="datetime1">
              <a:rPr lang="nl-NL" noProof="0" smtClean="0"/>
              <a:t>3-10-2023</a:t>
            </a:fld>
            <a:endParaRPr lang="nl-NL" noProof="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nl-NL" noProof="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nl-NL" noProof="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89C7E07-3C67-C64C-8DA0-0404F6303970}" type="slidenum">
              <a:rPr lang="nl-NL" noProof="0" smtClean="0"/>
              <a:t>‹#›</a:t>
            </a:fld>
            <a:endParaRPr lang="nl-NL" noProof="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1</a:t>
            </a:fld>
            <a:endParaRPr lang="nl-NL"/>
          </a:p>
        </p:txBody>
      </p:sp>
    </p:spTree>
    <p:extLst>
      <p:ext uri="{BB962C8B-B14F-4D97-AF65-F5344CB8AC3E}">
        <p14:creationId xmlns:p14="http://schemas.microsoft.com/office/powerpoint/2010/main" val="1659524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2</a:t>
            </a:fld>
            <a:endParaRPr lang="nl-NL"/>
          </a:p>
        </p:txBody>
      </p:sp>
    </p:spTree>
    <p:extLst>
      <p:ext uri="{BB962C8B-B14F-4D97-AF65-F5344CB8AC3E}">
        <p14:creationId xmlns:p14="http://schemas.microsoft.com/office/powerpoint/2010/main" val="374975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4</a:t>
            </a:fld>
            <a:endParaRPr lang="nl-NL"/>
          </a:p>
        </p:txBody>
      </p:sp>
    </p:spTree>
    <p:extLst>
      <p:ext uri="{BB962C8B-B14F-4D97-AF65-F5344CB8AC3E}">
        <p14:creationId xmlns:p14="http://schemas.microsoft.com/office/powerpoint/2010/main" val="390197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5</a:t>
            </a:fld>
            <a:endParaRPr lang="nl-NL"/>
          </a:p>
        </p:txBody>
      </p:sp>
    </p:spTree>
    <p:extLst>
      <p:ext uri="{BB962C8B-B14F-4D97-AF65-F5344CB8AC3E}">
        <p14:creationId xmlns:p14="http://schemas.microsoft.com/office/powerpoint/2010/main" val="4132126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6</a:t>
            </a:fld>
            <a:endParaRPr lang="nl-NL"/>
          </a:p>
        </p:txBody>
      </p:sp>
    </p:spTree>
    <p:extLst>
      <p:ext uri="{BB962C8B-B14F-4D97-AF65-F5344CB8AC3E}">
        <p14:creationId xmlns:p14="http://schemas.microsoft.com/office/powerpoint/2010/main" val="5162710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7</a:t>
            </a:fld>
            <a:endParaRPr lang="nl-NL"/>
          </a:p>
        </p:txBody>
      </p:sp>
    </p:spTree>
    <p:extLst>
      <p:ext uri="{BB962C8B-B14F-4D97-AF65-F5344CB8AC3E}">
        <p14:creationId xmlns:p14="http://schemas.microsoft.com/office/powerpoint/2010/main" val="4014693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8</a:t>
            </a:fld>
            <a:endParaRPr lang="nl-NL"/>
          </a:p>
        </p:txBody>
      </p:sp>
    </p:spTree>
    <p:extLst>
      <p:ext uri="{BB962C8B-B14F-4D97-AF65-F5344CB8AC3E}">
        <p14:creationId xmlns:p14="http://schemas.microsoft.com/office/powerpoint/2010/main" val="39102819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9</a:t>
            </a:fld>
            <a:endParaRPr lang="nl-NL"/>
          </a:p>
        </p:txBody>
      </p:sp>
    </p:spTree>
    <p:extLst>
      <p:ext uri="{BB962C8B-B14F-4D97-AF65-F5344CB8AC3E}">
        <p14:creationId xmlns:p14="http://schemas.microsoft.com/office/powerpoint/2010/main" val="31597021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10</a:t>
            </a:fld>
            <a:endParaRPr lang="nl-NL"/>
          </a:p>
        </p:txBody>
      </p:sp>
    </p:spTree>
    <p:extLst>
      <p:ext uri="{BB962C8B-B14F-4D97-AF65-F5344CB8AC3E}">
        <p14:creationId xmlns:p14="http://schemas.microsoft.com/office/powerpoint/2010/main" val="2834200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11</a:t>
            </a:fld>
            <a:endParaRPr lang="nl-NL"/>
          </a:p>
        </p:txBody>
      </p:sp>
    </p:spTree>
    <p:extLst>
      <p:ext uri="{BB962C8B-B14F-4D97-AF65-F5344CB8AC3E}">
        <p14:creationId xmlns:p14="http://schemas.microsoft.com/office/powerpoint/2010/main" val="1667117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13</a:t>
            </a:fld>
            <a:endParaRPr lang="nl-NL"/>
          </a:p>
        </p:txBody>
      </p:sp>
    </p:spTree>
    <p:extLst>
      <p:ext uri="{BB962C8B-B14F-4D97-AF65-F5344CB8AC3E}">
        <p14:creationId xmlns:p14="http://schemas.microsoft.com/office/powerpoint/2010/main" val="29536573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15</a:t>
            </a:fld>
            <a:endParaRPr lang="nl-NL"/>
          </a:p>
        </p:txBody>
      </p:sp>
    </p:spTree>
    <p:extLst>
      <p:ext uri="{BB962C8B-B14F-4D97-AF65-F5344CB8AC3E}">
        <p14:creationId xmlns:p14="http://schemas.microsoft.com/office/powerpoint/2010/main" val="27250930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14</a:t>
            </a:fld>
            <a:endParaRPr lang="nl-NL"/>
          </a:p>
        </p:txBody>
      </p:sp>
    </p:spTree>
    <p:extLst>
      <p:ext uri="{BB962C8B-B14F-4D97-AF65-F5344CB8AC3E}">
        <p14:creationId xmlns:p14="http://schemas.microsoft.com/office/powerpoint/2010/main" val="8412267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16</a:t>
            </a:fld>
            <a:endParaRPr lang="nl-NL"/>
          </a:p>
        </p:txBody>
      </p:sp>
    </p:spTree>
    <p:extLst>
      <p:ext uri="{BB962C8B-B14F-4D97-AF65-F5344CB8AC3E}">
        <p14:creationId xmlns:p14="http://schemas.microsoft.com/office/powerpoint/2010/main" val="16845521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17</a:t>
            </a:fld>
            <a:endParaRPr lang="nl-NL"/>
          </a:p>
        </p:txBody>
      </p:sp>
    </p:spTree>
    <p:extLst>
      <p:ext uri="{BB962C8B-B14F-4D97-AF65-F5344CB8AC3E}">
        <p14:creationId xmlns:p14="http://schemas.microsoft.com/office/powerpoint/2010/main" val="34359999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18</a:t>
            </a:fld>
            <a:endParaRPr lang="nl-NL"/>
          </a:p>
        </p:txBody>
      </p:sp>
    </p:spTree>
    <p:extLst>
      <p:ext uri="{BB962C8B-B14F-4D97-AF65-F5344CB8AC3E}">
        <p14:creationId xmlns:p14="http://schemas.microsoft.com/office/powerpoint/2010/main" val="5191489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19</a:t>
            </a:fld>
            <a:endParaRPr lang="nl-NL"/>
          </a:p>
        </p:txBody>
      </p:sp>
    </p:spTree>
    <p:extLst>
      <p:ext uri="{BB962C8B-B14F-4D97-AF65-F5344CB8AC3E}">
        <p14:creationId xmlns:p14="http://schemas.microsoft.com/office/powerpoint/2010/main" val="2881874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20</a:t>
            </a:fld>
            <a:endParaRPr lang="nl-NL"/>
          </a:p>
        </p:txBody>
      </p:sp>
    </p:spTree>
    <p:extLst>
      <p:ext uri="{BB962C8B-B14F-4D97-AF65-F5344CB8AC3E}">
        <p14:creationId xmlns:p14="http://schemas.microsoft.com/office/powerpoint/2010/main" val="31100244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21</a:t>
            </a:fld>
            <a:endParaRPr lang="nl-NL"/>
          </a:p>
        </p:txBody>
      </p:sp>
    </p:spTree>
    <p:extLst>
      <p:ext uri="{BB962C8B-B14F-4D97-AF65-F5344CB8AC3E}">
        <p14:creationId xmlns:p14="http://schemas.microsoft.com/office/powerpoint/2010/main" val="2855710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23</a:t>
            </a:fld>
            <a:endParaRPr lang="nl-NL"/>
          </a:p>
        </p:txBody>
      </p:sp>
    </p:spTree>
    <p:extLst>
      <p:ext uri="{BB962C8B-B14F-4D97-AF65-F5344CB8AC3E}">
        <p14:creationId xmlns:p14="http://schemas.microsoft.com/office/powerpoint/2010/main" val="11987318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24</a:t>
            </a:fld>
            <a:endParaRPr lang="nl-NL"/>
          </a:p>
        </p:txBody>
      </p:sp>
    </p:spTree>
    <p:extLst>
      <p:ext uri="{BB962C8B-B14F-4D97-AF65-F5344CB8AC3E}">
        <p14:creationId xmlns:p14="http://schemas.microsoft.com/office/powerpoint/2010/main" val="28171373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pPr rtl="0"/>
            <a:fld id="{A89C7E07-3C67-C64C-8DA0-0404F6303970}" type="slidenum">
              <a:rPr lang="nl-NL" smtClean="0"/>
              <a:t>25</a:t>
            </a:fld>
            <a:endParaRPr lang="nl-NL"/>
          </a:p>
        </p:txBody>
      </p:sp>
    </p:spTree>
    <p:extLst>
      <p:ext uri="{BB962C8B-B14F-4D97-AF65-F5344CB8AC3E}">
        <p14:creationId xmlns:p14="http://schemas.microsoft.com/office/powerpoint/2010/main" val="34204624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p>
            <a:pPr rtl="0"/>
            <a:endParaRPr lang="nl-NL"/>
          </a:p>
        </p:txBody>
      </p:sp>
      <p:sp>
        <p:nvSpPr>
          <p:cNvPr id="4" name="Tijdelijke aanduiding voor dianummer 3"/>
          <p:cNvSpPr>
            <a:spLocks noGrp="1"/>
          </p:cNvSpPr>
          <p:nvPr>
            <p:ph type="sldNum" sz="quarter" idx="5"/>
          </p:nvPr>
        </p:nvSpPr>
        <p:spPr/>
        <p:txBody>
          <a:bodyPr rtlCol="0"/>
          <a:lstStyle/>
          <a:p>
            <a:pPr rtl="0"/>
            <a:fld id="{A89C7E07-3C67-C64C-8DA0-0404F6303970}" type="slidenum">
              <a:rPr lang="nl-NL" smtClean="0"/>
              <a:t>26</a:t>
            </a:fld>
            <a:endParaRPr lang="nl-NL"/>
          </a:p>
        </p:txBody>
      </p:sp>
    </p:spTree>
    <p:extLst>
      <p:ext uri="{BB962C8B-B14F-4D97-AF65-F5344CB8AC3E}">
        <p14:creationId xmlns:p14="http://schemas.microsoft.com/office/powerpoint/2010/main" val="18238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n-US" noProof="0"/>
              <a:t>Click to edit Master title style</a:t>
            </a:r>
            <a:endParaRPr lang="nl-NL" noProof="0" dirty="0"/>
          </a:p>
        </p:txBody>
      </p:sp>
      <p:grpSp>
        <p:nvGrpSpPr>
          <p:cNvPr id="9" name="Groep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Vrije v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11" name="Vrije v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12" name="Vrije v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grpSp>
      <p:sp>
        <p:nvSpPr>
          <p:cNvPr id="18" name="Tijdelijke aanduiding voor tekst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3" name="Rechte verbindingslijn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ep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Vorm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8" name="Vrije v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9" name="Vrije v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10" name="Vrije v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nl-NL" noProof="0" dirty="0"/>
            </a:p>
          </p:txBody>
        </p:sp>
        <p:sp>
          <p:nvSpPr>
            <p:cNvPr id="11" name="Vrije v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grpSp>
      <p:sp>
        <p:nvSpPr>
          <p:cNvPr id="12" name="Titel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n-US" noProof="0"/>
              <a:t>Click to edit Master title style</a:t>
            </a:r>
            <a:endParaRPr lang="nl-NL" noProof="0" dirty="0"/>
          </a:p>
        </p:txBody>
      </p:sp>
      <p:cxnSp>
        <p:nvCxnSpPr>
          <p:cNvPr id="13" name="Rechte verbindingslijn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Tijdelijke aanduiding voor tekst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5" name="Tijdelijke aanduiding voor tekst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6" name="Rechte verbindingslijn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Tijdelijke aanduiding voor tekst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8" name="Tijdelijke aanduiding voor tekst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0" name="Rechte verbindingslijn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Tijdelijke aanduiding voor tekst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2" name="Tijdelijke aanduiding voor tekst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3" name="Rechte verbindingslijn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Tijdelijke aanduiding voor tekst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5" name="Tijdelijke aanduiding voor tekst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6" name="Rechte verbindingslijn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Tijdelijke aanduiding voor tekst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8" name="Tijdelijke aanduiding voor tekst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 name="Tijdelijke aanduiding voor datum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rtl="0"/>
            <a:fld id="{D1AB7706-F582-466A-8826-DECE054A338E}" type="datetime4">
              <a:rPr lang="nl-NL" noProof="0" smtClean="0">
                <a:latin typeface="+mn-lt"/>
              </a:rPr>
              <a:t>3 oktober 2023</a:t>
            </a:fld>
            <a:endParaRPr lang="nl-NL" noProof="0" dirty="0">
              <a:latin typeface="+mn-lt"/>
            </a:endParaRPr>
          </a:p>
        </p:txBody>
      </p:sp>
      <p:sp>
        <p:nvSpPr>
          <p:cNvPr id="3" name="Tijdelijke aanduiding voor voettekst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rtl="0"/>
            <a:r>
              <a:rPr lang="nl-NL" noProof="0" dirty="0"/>
              <a:t>Jaarverslag</a:t>
            </a:r>
            <a:endParaRPr lang="nl-NL" b="0" noProof="0" dirty="0"/>
          </a:p>
        </p:txBody>
      </p:sp>
      <p:sp>
        <p:nvSpPr>
          <p:cNvPr id="4" name="Tijdelijke aanduiding voor dianummer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rtl="0"/>
            <a:fld id="{294A09A9-5501-47C1-A89A-A340965A2BE2}" type="slidenum">
              <a:rPr lang="nl-NL" noProof="0" smtClean="0"/>
              <a:pPr rtl="0"/>
              <a:t>‹#›</a:t>
            </a:fld>
            <a:endParaRPr lang="nl-NL" noProof="0" dirty="0"/>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leiding">
    <p:spTree>
      <p:nvGrpSpPr>
        <p:cNvPr id="1" name=""/>
        <p:cNvGrpSpPr/>
        <p:nvPr/>
      </p:nvGrpSpPr>
      <p:grpSpPr>
        <a:xfrm>
          <a:off x="0" y="0"/>
          <a:ext cx="0" cy="0"/>
          <a:chOff x="0" y="0"/>
          <a:chExt cx="0" cy="0"/>
        </a:xfrm>
      </p:grpSpPr>
      <p:grpSp>
        <p:nvGrpSpPr>
          <p:cNvPr id="13" name="Groep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Vrije vorm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16" name="Vrije vorm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19" name="Vrije vorm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grpSp>
      <p:sp>
        <p:nvSpPr>
          <p:cNvPr id="14" name="Tijdelijke aanduiding voor afbeelding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n-US" noProof="0"/>
              <a:t>Click icon to add picture</a:t>
            </a:r>
            <a:endParaRPr lang="nl-NL" noProof="0" dirty="0"/>
          </a:p>
        </p:txBody>
      </p:sp>
      <p:sp>
        <p:nvSpPr>
          <p:cNvPr id="9" name="Titel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nl-NL" noProof="0" dirty="0"/>
          </a:p>
        </p:txBody>
      </p:sp>
      <p:cxnSp>
        <p:nvCxnSpPr>
          <p:cNvPr id="17" name="Rechte verbindingslijn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Tijdelijke aanduiding voor tekst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 name="Tijdelijke aanduiding voor datum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rtl="0"/>
            <a:fld id="{30E7BD49-6E00-4E6B-B6A0-7C9F51561702}" type="datetime4">
              <a:rPr lang="nl-NL" noProof="0" smtClean="0">
                <a:latin typeface="+mn-lt"/>
              </a:rPr>
              <a:t>3 oktober 2023</a:t>
            </a:fld>
            <a:endParaRPr lang="nl-NL" noProof="0" dirty="0">
              <a:latin typeface="+mn-lt"/>
            </a:endParaRPr>
          </a:p>
        </p:txBody>
      </p:sp>
      <p:sp>
        <p:nvSpPr>
          <p:cNvPr id="3" name="Tijdelijke aanduiding voor voettekst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rtl="0"/>
            <a:r>
              <a:rPr lang="nl-NL" noProof="0" dirty="0"/>
              <a:t>Jaarverslag</a:t>
            </a:r>
            <a:endParaRPr lang="nl-NL" b="0" noProof="0" dirty="0"/>
          </a:p>
        </p:txBody>
      </p:sp>
      <p:sp>
        <p:nvSpPr>
          <p:cNvPr id="4" name="Tijdelijke aanduiding voor dianummer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rtl="0"/>
            <a:fld id="{294A09A9-5501-47C1-A89A-A340965A2BE2}" type="slidenum">
              <a:rPr lang="nl-NL" noProof="0" smtClean="0"/>
              <a:pPr rtl="0"/>
              <a:t>‹#›</a:t>
            </a:fld>
            <a:endParaRPr lang="nl-NL" noProof="0" dirty="0"/>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auze">
    <p:bg>
      <p:bgPr>
        <a:solidFill>
          <a:schemeClr val="tx1"/>
        </a:solidFill>
        <a:effectLst/>
      </p:bgPr>
    </p:bg>
    <p:spTree>
      <p:nvGrpSpPr>
        <p:cNvPr id="1" name=""/>
        <p:cNvGrpSpPr/>
        <p:nvPr/>
      </p:nvGrpSpPr>
      <p:grpSpPr>
        <a:xfrm>
          <a:off x="0" y="0"/>
          <a:ext cx="0" cy="0"/>
          <a:chOff x="0" y="0"/>
          <a:chExt cx="0" cy="0"/>
        </a:xfrm>
      </p:grpSpPr>
      <p:sp>
        <p:nvSpPr>
          <p:cNvPr id="21" name="Tijdelijke aanduiding voor afbeelding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n-US" noProof="0"/>
              <a:t>Click icon to add picture</a:t>
            </a:r>
            <a:endParaRPr lang="nl-NL" noProof="0" dirty="0"/>
          </a:p>
        </p:txBody>
      </p:sp>
      <p:sp>
        <p:nvSpPr>
          <p:cNvPr id="18" name="Titel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n-US" noProof="0"/>
              <a:t>Click to edit Master title style</a:t>
            </a:r>
            <a:endParaRPr lang="nl-NL" noProof="0" dirty="0"/>
          </a:p>
        </p:txBody>
      </p:sp>
      <p:cxnSp>
        <p:nvCxnSpPr>
          <p:cNvPr id="20" name="Rechte verbindingslijn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oep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Vrije vorm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24" name="Vrije vorm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25" name="Vrije vorm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afiek">
    <p:bg>
      <p:bgPr>
        <a:solidFill>
          <a:schemeClr val="tx1"/>
        </a:solidFill>
        <a:effectLst/>
      </p:bgPr>
    </p:bg>
    <p:spTree>
      <p:nvGrpSpPr>
        <p:cNvPr id="1" name=""/>
        <p:cNvGrpSpPr/>
        <p:nvPr/>
      </p:nvGrpSpPr>
      <p:grpSpPr>
        <a:xfrm>
          <a:off x="0" y="0"/>
          <a:ext cx="0" cy="0"/>
          <a:chOff x="0" y="0"/>
          <a:chExt cx="0" cy="0"/>
        </a:xfrm>
      </p:grpSpPr>
      <p:sp>
        <p:nvSpPr>
          <p:cNvPr id="6" name="Tijdelijke aanduiding voor grafiek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n-US" noProof="0"/>
              <a:t>Click icon to add chart</a:t>
            </a:r>
            <a:endParaRPr lang="nl-NL" noProof="0"/>
          </a:p>
        </p:txBody>
      </p:sp>
      <p:sp>
        <p:nvSpPr>
          <p:cNvPr id="16" name="Titel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nl-NL" noProof="0"/>
              <a:t>Klik om te bewerken </a:t>
            </a:r>
          </a:p>
        </p:txBody>
      </p:sp>
      <p:sp>
        <p:nvSpPr>
          <p:cNvPr id="2" name="Tijdelijke aanduiding voor datum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rtl="0"/>
            <a:fld id="{1F20A403-E0A1-4FB1-ACCC-0B45D421B060}" type="datetime4">
              <a:rPr lang="nl-NL" noProof="0" smtClean="0">
                <a:latin typeface="+mn-lt"/>
              </a:rPr>
              <a:t>3 oktober 2023</a:t>
            </a:fld>
            <a:endParaRPr lang="nl-NL" noProof="0">
              <a:latin typeface="+mn-lt"/>
            </a:endParaRPr>
          </a:p>
        </p:txBody>
      </p:sp>
      <p:sp>
        <p:nvSpPr>
          <p:cNvPr id="3" name="Tijdelijke aanduiding voor voettekst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rtl="0"/>
            <a:r>
              <a:rPr lang="nl-NL" noProof="0"/>
              <a:t>Jaarverslag</a:t>
            </a:r>
            <a:endParaRPr lang="nl-NL" b="0" noProof="0"/>
          </a:p>
        </p:txBody>
      </p:sp>
      <p:sp>
        <p:nvSpPr>
          <p:cNvPr id="4" name="Tijdelijke aanduiding voor dianummer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rtl="0"/>
            <a:fld id="{294A09A9-5501-47C1-A89A-A340965A2BE2}" type="slidenum">
              <a:rPr lang="nl-NL" noProof="0" smtClean="0"/>
              <a:pPr rtl="0"/>
              <a:t>‹#›</a:t>
            </a:fld>
            <a:endParaRPr lang="nl-NL" noProof="0">
              <a:latin typeface="+mn-lt"/>
            </a:endParaRPr>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el">
    <p:bg>
      <p:bgPr>
        <a:solidFill>
          <a:schemeClr val="tx1"/>
        </a:solidFill>
        <a:effectLst/>
      </p:bgPr>
    </p:bg>
    <p:spTree>
      <p:nvGrpSpPr>
        <p:cNvPr id="1" name=""/>
        <p:cNvGrpSpPr/>
        <p:nvPr/>
      </p:nvGrpSpPr>
      <p:grpSpPr>
        <a:xfrm>
          <a:off x="0" y="0"/>
          <a:ext cx="0" cy="0"/>
          <a:chOff x="0" y="0"/>
          <a:chExt cx="0" cy="0"/>
        </a:xfrm>
      </p:grpSpPr>
      <p:sp>
        <p:nvSpPr>
          <p:cNvPr id="16" name="Titel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nl-NL" noProof="0"/>
              <a:t>Klik om te bewerken </a:t>
            </a:r>
          </a:p>
        </p:txBody>
      </p:sp>
      <p:sp>
        <p:nvSpPr>
          <p:cNvPr id="9" name="Tijdelijke aanduiding voor tabel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n-US" noProof="0"/>
              <a:t>Click icon to add table</a:t>
            </a:r>
            <a:endParaRPr lang="nl-NL" noProof="0"/>
          </a:p>
        </p:txBody>
      </p:sp>
      <p:sp>
        <p:nvSpPr>
          <p:cNvPr id="2" name="Tijdelijke aanduiding voor datum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rtl="0"/>
            <a:fld id="{9E4412A0-8F28-4CDF-8D82-FDD909532C1E}" type="datetime4">
              <a:rPr lang="nl-NL" noProof="0" smtClean="0">
                <a:latin typeface="+mn-lt"/>
              </a:rPr>
              <a:t>3 oktober 2023</a:t>
            </a:fld>
            <a:endParaRPr lang="nl-NL" noProof="0">
              <a:latin typeface="+mn-lt"/>
            </a:endParaRPr>
          </a:p>
        </p:txBody>
      </p:sp>
      <p:sp>
        <p:nvSpPr>
          <p:cNvPr id="3" name="Tijdelijke aanduiding voor voettekst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rtl="0"/>
            <a:r>
              <a:rPr lang="nl-NL" noProof="0"/>
              <a:t>Jaarverslag</a:t>
            </a:r>
            <a:endParaRPr lang="nl-NL" b="0" noProof="0"/>
          </a:p>
        </p:txBody>
      </p:sp>
      <p:sp>
        <p:nvSpPr>
          <p:cNvPr id="4" name="Tijdelijke aanduiding voor dianummer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rtl="0"/>
            <a:fld id="{294A09A9-5501-47C1-A89A-A340965A2BE2}" type="slidenum">
              <a:rPr lang="nl-NL" noProof="0" smtClean="0"/>
              <a:pPr rtl="0"/>
              <a:t>‹#›</a:t>
            </a:fld>
            <a:endParaRPr lang="nl-NL" noProof="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at">
    <p:bg>
      <p:bgPr>
        <a:solidFill>
          <a:schemeClr val="tx1"/>
        </a:solidFill>
        <a:effectLst/>
      </p:bgPr>
    </p:bg>
    <p:spTree>
      <p:nvGrpSpPr>
        <p:cNvPr id="1" name=""/>
        <p:cNvGrpSpPr/>
        <p:nvPr/>
      </p:nvGrpSpPr>
      <p:grpSpPr>
        <a:xfrm>
          <a:off x="0" y="0"/>
          <a:ext cx="0" cy="0"/>
          <a:chOff x="0" y="0"/>
          <a:chExt cx="0" cy="0"/>
        </a:xfrm>
      </p:grpSpPr>
      <p:sp>
        <p:nvSpPr>
          <p:cNvPr id="9" name="Titel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n-US" noProof="0"/>
              <a:t>Click to edit Master title style</a:t>
            </a:r>
            <a:endParaRPr lang="nl-NL" noProof="0" dirty="0"/>
          </a:p>
        </p:txBody>
      </p:sp>
      <p:sp>
        <p:nvSpPr>
          <p:cNvPr id="10" name="Tekstvak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rtl="0"/>
            <a:r>
              <a:rPr lang="nl-NL" sz="20000" b="1" noProof="0" dirty="0">
                <a:solidFill>
                  <a:schemeClr val="bg1"/>
                </a:solidFill>
              </a:rPr>
              <a:t>“</a:t>
            </a:r>
          </a:p>
        </p:txBody>
      </p:sp>
      <p:grpSp>
        <p:nvGrpSpPr>
          <p:cNvPr id="18" name="Groep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Vorm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20" name="Vrije vorm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21" name="Vrije vorm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22" name="Vrije vorm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nl-NL" noProof="0" dirty="0"/>
            </a:p>
          </p:txBody>
        </p:sp>
        <p:sp>
          <p:nvSpPr>
            <p:cNvPr id="23" name="Vrije vorm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grpSp>
      <p:grpSp>
        <p:nvGrpSpPr>
          <p:cNvPr id="24" name="Groep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Vrije vorm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26" name="Vrije vorm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27" name="Vrije vorm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gr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tx1"/>
        </a:solidFill>
        <a:effectLst/>
      </p:bgPr>
    </p:bg>
    <p:spTree>
      <p:nvGrpSpPr>
        <p:cNvPr id="1" name=""/>
        <p:cNvGrpSpPr/>
        <p:nvPr/>
      </p:nvGrpSpPr>
      <p:grpSpPr>
        <a:xfrm>
          <a:off x="0" y="0"/>
          <a:ext cx="0" cy="0"/>
          <a:chOff x="0" y="0"/>
          <a:chExt cx="0" cy="0"/>
        </a:xfrm>
      </p:grpSpPr>
      <p:grpSp>
        <p:nvGrpSpPr>
          <p:cNvPr id="25" name="Groep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Vrije vorm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27" name="Vrije vorm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36" name="Vrije vorm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grpSp>
      <p:sp>
        <p:nvSpPr>
          <p:cNvPr id="38" name="Tijdelijke aanduiding voor afbeelding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n-US" noProof="0"/>
              <a:t>Click icon to add picture</a:t>
            </a:r>
            <a:endParaRPr lang="nl-NL" noProof="0" dirty="0"/>
          </a:p>
        </p:txBody>
      </p:sp>
      <p:sp>
        <p:nvSpPr>
          <p:cNvPr id="61" name="Titel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a:t>Click to edit Master title style</a:t>
            </a:r>
            <a:endParaRPr lang="nl-NL" noProof="0" dirty="0"/>
          </a:p>
        </p:txBody>
      </p:sp>
      <p:cxnSp>
        <p:nvCxnSpPr>
          <p:cNvPr id="62" name="Rechte verbindingslijn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Tijdelijke aanduiding voor afbeelding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n-US" noProof="0"/>
              <a:t>Click icon to add picture</a:t>
            </a:r>
            <a:endParaRPr lang="nl-NL" noProof="0" dirty="0"/>
          </a:p>
        </p:txBody>
      </p:sp>
      <p:sp>
        <p:nvSpPr>
          <p:cNvPr id="72" name="Tijdelijke aanduiding voor tekst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3" name="Tijdelijke aanduiding voor tekst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4" name="Tijdelijke aanduiding voor tekst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5" name="Tijdelijke aanduiding voor tekst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6" name="Tijdelijke aanduiding voor tekst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7" name="Tijdelijke aanduiding voor tekst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8" name="Tijdelijke aanduiding voor tekst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9" name="Tijdelijke aanduiding voor tekst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grpSp>
        <p:nvGrpSpPr>
          <p:cNvPr id="23" name="Groep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Vorm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29" name="Vrije vorm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30" name="Vrije vorm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31" name="Vrije vorm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nl-NL" noProof="0" dirty="0"/>
            </a:p>
          </p:txBody>
        </p:sp>
        <p:sp>
          <p:nvSpPr>
            <p:cNvPr id="32" name="Vrije vorm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grpSp>
      <p:sp>
        <p:nvSpPr>
          <p:cNvPr id="66" name="Tijdelijke aanduiding voor afbeelding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n-US" noProof="0"/>
              <a:t>Click icon to add picture</a:t>
            </a:r>
            <a:endParaRPr lang="nl-NL" noProof="0" dirty="0"/>
          </a:p>
        </p:txBody>
      </p:sp>
      <p:sp>
        <p:nvSpPr>
          <p:cNvPr id="69" name="Tijdelijke aanduiding voor afbeelding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n-US" noProof="0"/>
              <a:t>Click icon to add picture</a:t>
            </a:r>
            <a:endParaRPr lang="nl-NL" noProof="0" dirty="0"/>
          </a:p>
        </p:txBody>
      </p:sp>
      <p:sp>
        <p:nvSpPr>
          <p:cNvPr id="2" name="Tijdelijke aanduiding voor datum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rtl="0"/>
            <a:fld id="{A614F10A-C2D6-48EE-83D8-9868ADEEF369}" type="datetime4">
              <a:rPr lang="nl-NL" noProof="0" smtClean="0">
                <a:latin typeface="+mn-lt"/>
              </a:rPr>
              <a:t>3 oktober 2023</a:t>
            </a:fld>
            <a:endParaRPr lang="nl-NL" noProof="0" dirty="0">
              <a:latin typeface="+mn-lt"/>
            </a:endParaRPr>
          </a:p>
        </p:txBody>
      </p:sp>
      <p:sp>
        <p:nvSpPr>
          <p:cNvPr id="3" name="Tijdelijke aanduiding voor voettekst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rtl="0"/>
            <a:r>
              <a:rPr lang="nl-NL" noProof="0" dirty="0"/>
              <a:t>Jaarverslag</a:t>
            </a:r>
            <a:endParaRPr lang="nl-NL" b="0" noProof="0" dirty="0"/>
          </a:p>
        </p:txBody>
      </p:sp>
      <p:sp>
        <p:nvSpPr>
          <p:cNvPr id="4" name="Tijdelijke aanduiding voor dianummer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rtl="0"/>
            <a:fld id="{294A09A9-5501-47C1-A89A-A340965A2BE2}" type="slidenum">
              <a:rPr lang="nl-NL" noProof="0" smtClean="0"/>
              <a:pPr rtl="0"/>
              <a:t>‹#›</a:t>
            </a:fld>
            <a:endParaRPr lang="nl-NL" noProof="0" dirty="0"/>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jdlijn ">
    <p:bg>
      <p:bgPr>
        <a:solidFill>
          <a:schemeClr val="tx1"/>
        </a:solidFill>
        <a:effectLst/>
      </p:bgPr>
    </p:bg>
    <p:spTree>
      <p:nvGrpSpPr>
        <p:cNvPr id="1" name=""/>
        <p:cNvGrpSpPr/>
        <p:nvPr/>
      </p:nvGrpSpPr>
      <p:grpSpPr>
        <a:xfrm>
          <a:off x="0" y="0"/>
          <a:ext cx="0" cy="0"/>
          <a:chOff x="0" y="0"/>
          <a:chExt cx="0" cy="0"/>
        </a:xfrm>
      </p:grpSpPr>
      <p:cxnSp>
        <p:nvCxnSpPr>
          <p:cNvPr id="21" name="Rechte verbindingslijn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Rechte verbindingslijn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Rechte verbindingslijn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itel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nl-NL" noProof="0"/>
              <a:t>Klik om te bewerken </a:t>
            </a:r>
          </a:p>
        </p:txBody>
      </p:sp>
      <p:sp>
        <p:nvSpPr>
          <p:cNvPr id="96" name="Tijdelijke aanduiding voor tekst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nl-NL" noProof="0"/>
              <a:t>Klik om te bewerken </a:t>
            </a:r>
          </a:p>
        </p:txBody>
      </p:sp>
      <p:sp>
        <p:nvSpPr>
          <p:cNvPr id="97" name="Tijdelijke aanduiding voor tekst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nl-NL" noProof="0"/>
              <a:t>Klik om te bewerken </a:t>
            </a:r>
          </a:p>
        </p:txBody>
      </p:sp>
      <p:sp>
        <p:nvSpPr>
          <p:cNvPr id="102" name="Tijdelijke aanduiding voor tekst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nl-NL" noProof="0"/>
              <a:t>Klik om te bewerken </a:t>
            </a:r>
          </a:p>
        </p:txBody>
      </p:sp>
      <p:sp>
        <p:nvSpPr>
          <p:cNvPr id="103" name="Tijdelijke aanduiding voor tekst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nl-NL" noProof="0"/>
              <a:t>Klik om te bewerken </a:t>
            </a:r>
          </a:p>
        </p:txBody>
      </p:sp>
      <p:sp>
        <p:nvSpPr>
          <p:cNvPr id="106" name="Tijdelijke aanduiding voor tekst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nl-NL" noProof="0"/>
              <a:t>Klik om te bewerken </a:t>
            </a:r>
          </a:p>
        </p:txBody>
      </p:sp>
      <p:sp>
        <p:nvSpPr>
          <p:cNvPr id="107" name="Tijdelijke aanduiding voor tekst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nl-NL" noProof="0"/>
              <a:t>Klik om te bewerken </a:t>
            </a:r>
          </a:p>
        </p:txBody>
      </p:sp>
      <p:sp>
        <p:nvSpPr>
          <p:cNvPr id="108" name="Tijdelijke aanduiding voor tekst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nl-NL" noProof="0"/>
              <a:t>Klik om te bewerken </a:t>
            </a:r>
          </a:p>
        </p:txBody>
      </p:sp>
      <p:sp>
        <p:nvSpPr>
          <p:cNvPr id="109" name="Tijdelijke aanduiding voor tekst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nl-NL" noProof="0"/>
              <a:t>Klik om te bewerken </a:t>
            </a:r>
          </a:p>
        </p:txBody>
      </p:sp>
      <p:cxnSp>
        <p:nvCxnSpPr>
          <p:cNvPr id="8" name="Rechte verbindingslijn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hthoek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47" name="Rechthoek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7" name="Rechthoek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9" name="Rechthoek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noProof="0"/>
          </a:p>
        </p:txBody>
      </p:sp>
      <p:sp>
        <p:nvSpPr>
          <p:cNvPr id="2" name="Tijdelijke aanduiding voor datum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rtl="0"/>
            <a:fld id="{C93AC0DF-6D4C-4C3E-8C8A-684DBF43D24A}" type="datetime4">
              <a:rPr lang="nl-NL" noProof="0" smtClean="0">
                <a:latin typeface="+mn-lt"/>
              </a:rPr>
              <a:t>3 oktober 2023</a:t>
            </a:fld>
            <a:endParaRPr lang="nl-NL" noProof="0">
              <a:latin typeface="+mn-lt"/>
            </a:endParaRPr>
          </a:p>
        </p:txBody>
      </p:sp>
      <p:sp>
        <p:nvSpPr>
          <p:cNvPr id="3" name="Tijdelijke aanduiding voor voettekst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rtl="0"/>
            <a:r>
              <a:rPr lang="nl-NL" noProof="0"/>
              <a:t>Jaarverslag</a:t>
            </a:r>
            <a:endParaRPr lang="nl-NL" b="0" noProof="0"/>
          </a:p>
        </p:txBody>
      </p:sp>
      <p:sp>
        <p:nvSpPr>
          <p:cNvPr id="4" name="Tijdelijke aanduiding voor dianummer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rtl="0"/>
            <a:fld id="{294A09A9-5501-47C1-A89A-A340965A2BE2}" type="slidenum">
              <a:rPr lang="nl-NL" noProof="0" smtClean="0"/>
              <a:pPr rtl="0"/>
              <a:t>‹#›</a:t>
            </a:fld>
            <a:endParaRPr lang="nl-NL" noProof="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kol">
    <p:bg>
      <p:bgPr>
        <a:solidFill>
          <a:schemeClr val="tx1"/>
        </a:solidFill>
        <a:effectLst/>
      </p:bgPr>
    </p:bg>
    <p:spTree>
      <p:nvGrpSpPr>
        <p:cNvPr id="1" name=""/>
        <p:cNvGrpSpPr/>
        <p:nvPr/>
      </p:nvGrpSpPr>
      <p:grpSpPr>
        <a:xfrm>
          <a:off x="0" y="0"/>
          <a:ext cx="0" cy="0"/>
          <a:chOff x="0" y="0"/>
          <a:chExt cx="0" cy="0"/>
        </a:xfrm>
      </p:grpSpPr>
      <p:grpSp>
        <p:nvGrpSpPr>
          <p:cNvPr id="19" name="Groep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Vrije vorm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21" name="Vrije vorm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22" name="Vrije vorm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grpSp>
      <p:sp>
        <p:nvSpPr>
          <p:cNvPr id="32" name="Titel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nl-NL" noProof="0" dirty="0"/>
          </a:p>
        </p:txBody>
      </p:sp>
      <p:cxnSp>
        <p:nvCxnSpPr>
          <p:cNvPr id="33" name="Rechte verbindingslijn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ijdelijke aanduiding voor tekst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5" name="Tijdelijke aanduiding voor tekst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7" name="Tijdelijke aanduiding voor inhoud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8" name="Tijdelijke aanduiding voor inhoud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15" name="Rechte verbindingslijn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Tijdelijke aanduiding voor datum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rtl="0"/>
            <a:fld id="{BE2F07DF-D7A1-4F0F-B509-328DB1B50DF4}" type="datetime4">
              <a:rPr lang="nl-NL" noProof="0" smtClean="0">
                <a:latin typeface="+mn-lt"/>
              </a:rPr>
              <a:t>3 oktober 2023</a:t>
            </a:fld>
            <a:endParaRPr lang="nl-NL" noProof="0" dirty="0">
              <a:latin typeface="+mn-lt"/>
            </a:endParaRPr>
          </a:p>
        </p:txBody>
      </p:sp>
      <p:sp>
        <p:nvSpPr>
          <p:cNvPr id="3" name="Tijdelijke aanduiding voor voettekst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rtl="0"/>
            <a:r>
              <a:rPr lang="nl-NL" noProof="0" dirty="0"/>
              <a:t>Jaarverslag</a:t>
            </a:r>
            <a:endParaRPr lang="nl-NL" b="0" noProof="0" dirty="0"/>
          </a:p>
        </p:txBody>
      </p:sp>
      <p:sp>
        <p:nvSpPr>
          <p:cNvPr id="4" name="Tijdelijke aanduiding voor dianummer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rtl="0"/>
            <a:fld id="{294A09A9-5501-47C1-A89A-A340965A2BE2}" type="slidenum">
              <a:rPr lang="nl-NL" noProof="0" smtClean="0"/>
              <a:pPr rtl="0"/>
              <a:t>‹#›</a:t>
            </a:fld>
            <a:endParaRPr lang="nl-NL" noProof="0" dirty="0"/>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kol">
    <p:bg>
      <p:bgPr>
        <a:solidFill>
          <a:schemeClr val="tx1"/>
        </a:solidFill>
        <a:effectLst/>
      </p:bgPr>
    </p:bg>
    <p:spTree>
      <p:nvGrpSpPr>
        <p:cNvPr id="1" name=""/>
        <p:cNvGrpSpPr/>
        <p:nvPr/>
      </p:nvGrpSpPr>
      <p:grpSpPr>
        <a:xfrm>
          <a:off x="0" y="0"/>
          <a:ext cx="0" cy="0"/>
          <a:chOff x="0" y="0"/>
          <a:chExt cx="0" cy="0"/>
        </a:xfrm>
      </p:grpSpPr>
      <p:grpSp>
        <p:nvGrpSpPr>
          <p:cNvPr id="37" name="Groep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Vrije vorm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39" name="Vrije vorm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40" name="Vrije vorm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grpSp>
      <p:sp>
        <p:nvSpPr>
          <p:cNvPr id="32" name="Titel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nl-NL" noProof="0" dirty="0"/>
          </a:p>
        </p:txBody>
      </p:sp>
      <p:cxnSp>
        <p:nvCxnSpPr>
          <p:cNvPr id="33" name="Rechte verbindingslijn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ijdelijke aanduiding voor tekst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7" name="Tijdelijke aanduiding voor inhoud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0" name="Tijdelijke aanduiding voor tekst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1" name="Tijdelijke aanduiding voor inhoud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2" name="Tijdelijke aanduiding voor tekst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4" name="Tijdelijke aanduiding voor inhoud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26" name="Rechte verbindingslijn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Rechte verbindingslijn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Tijdelijke aanduiding voor datum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rtl="0"/>
            <a:fld id="{EBE83C0D-309E-4ED7-AD5F-9AE25BCFE80E}" type="datetime4">
              <a:rPr lang="nl-NL" noProof="0" smtClean="0">
                <a:latin typeface="+mn-lt"/>
              </a:rPr>
              <a:t>3 oktober 2023</a:t>
            </a:fld>
            <a:endParaRPr lang="nl-NL" noProof="0" dirty="0">
              <a:latin typeface="+mn-lt"/>
            </a:endParaRPr>
          </a:p>
        </p:txBody>
      </p:sp>
      <p:sp>
        <p:nvSpPr>
          <p:cNvPr id="3" name="Tijdelijke aanduiding voor voettekst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rtl="0"/>
            <a:r>
              <a:rPr lang="nl-NL" noProof="0" dirty="0"/>
              <a:t>Jaarverslag</a:t>
            </a:r>
            <a:endParaRPr lang="nl-NL" b="0" noProof="0" dirty="0"/>
          </a:p>
        </p:txBody>
      </p:sp>
      <p:sp>
        <p:nvSpPr>
          <p:cNvPr id="4" name="Tijdelijke aanduiding voor dianummer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rtl="0"/>
            <a:fld id="{294A09A9-5501-47C1-A89A-A340965A2BE2}" type="slidenum">
              <a:rPr lang="nl-NL" noProof="0" smtClean="0"/>
              <a:pPr rtl="0"/>
              <a:t>‹#›</a:t>
            </a:fld>
            <a:endParaRPr lang="nl-NL" noProof="0" dirty="0"/>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amenvatting ">
    <p:bg>
      <p:bgPr>
        <a:solidFill>
          <a:schemeClr val="tx1"/>
        </a:solidFill>
        <a:effectLst/>
      </p:bgPr>
    </p:bg>
    <p:spTree>
      <p:nvGrpSpPr>
        <p:cNvPr id="1" name=""/>
        <p:cNvGrpSpPr/>
        <p:nvPr/>
      </p:nvGrpSpPr>
      <p:grpSpPr>
        <a:xfrm>
          <a:off x="0" y="0"/>
          <a:ext cx="0" cy="0"/>
          <a:chOff x="0" y="0"/>
          <a:chExt cx="0" cy="0"/>
        </a:xfrm>
      </p:grpSpPr>
      <p:sp>
        <p:nvSpPr>
          <p:cNvPr id="32" name="Titel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nl-NL" noProof="0" dirty="0"/>
          </a:p>
        </p:txBody>
      </p:sp>
      <p:cxnSp>
        <p:nvCxnSpPr>
          <p:cNvPr id="33" name="Rechte verbindingslijn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Tijdelijke aanduiding voor tekst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grpSp>
        <p:nvGrpSpPr>
          <p:cNvPr id="15" name="Groep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Vrije vorm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17" name="Vrije vorm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18" name="Vrije vorm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grpSp>
      <p:sp>
        <p:nvSpPr>
          <p:cNvPr id="4" name="Tijdelijke aanduiding voor tekst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1" name="Tijdelijke aanduiding voor tekst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2" name="Tijdelijke aanduiding voor tekst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3" name="Tijdelijke aanduiding voor tekst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4" name="Tijdelijke aanduiding voor tekst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5" name="Tijdelijke aanduiding voor tekst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6" name="Tijdelijke aanduiding voor tekst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7" name="Tijdelijke aanduiding voor tekst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8" name="Tijdelijke aanduiding voor tekst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 name="Tijdelijke aanduiding voor datum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rtl="0"/>
            <a:fld id="{DE990505-0711-4909-98C0-AB8757F86383}" type="datetime4">
              <a:rPr lang="nl-NL" noProof="0" smtClean="0">
                <a:latin typeface="+mn-lt"/>
              </a:rPr>
              <a:t>3 oktober 2023</a:t>
            </a:fld>
            <a:endParaRPr lang="nl-NL" noProof="0" dirty="0">
              <a:latin typeface="+mn-lt"/>
            </a:endParaRPr>
          </a:p>
        </p:txBody>
      </p:sp>
      <p:sp>
        <p:nvSpPr>
          <p:cNvPr id="5" name="Tijdelijke aanduiding voor voettekst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rtl="0"/>
            <a:r>
              <a:rPr lang="nl-NL" noProof="0" dirty="0"/>
              <a:t>Jaarverslag</a:t>
            </a:r>
            <a:endParaRPr lang="nl-NL" b="0" noProof="0" dirty="0"/>
          </a:p>
        </p:txBody>
      </p:sp>
      <p:sp>
        <p:nvSpPr>
          <p:cNvPr id="6" name="Tijdelijke aanduiding voor dianummer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rtl="0"/>
            <a:fld id="{294A09A9-5501-47C1-A89A-A340965A2BE2}" type="slidenum">
              <a:rPr lang="nl-NL" noProof="0" smtClean="0"/>
              <a:pPr rtl="0"/>
              <a:t>‹#›</a:t>
            </a:fld>
            <a:endParaRPr lang="nl-NL" noProof="0" dirty="0"/>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edankt">
    <p:bg>
      <p:bgPr>
        <a:solidFill>
          <a:schemeClr val="tx1"/>
        </a:solidFill>
        <a:effectLst/>
      </p:bgPr>
    </p:bg>
    <p:spTree>
      <p:nvGrpSpPr>
        <p:cNvPr id="1" name=""/>
        <p:cNvGrpSpPr/>
        <p:nvPr/>
      </p:nvGrpSpPr>
      <p:grpSpPr>
        <a:xfrm>
          <a:off x="0" y="0"/>
          <a:ext cx="0" cy="0"/>
          <a:chOff x="0" y="0"/>
          <a:chExt cx="0" cy="0"/>
        </a:xfrm>
      </p:grpSpPr>
      <p:sp>
        <p:nvSpPr>
          <p:cNvPr id="16" name="Tijdelijke aanduiding voor tekst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7" name="Subtitel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nl-NL" noProof="0" dirty="0"/>
          </a:p>
        </p:txBody>
      </p:sp>
      <p:sp>
        <p:nvSpPr>
          <p:cNvPr id="26" name="Titel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nl-NL" noProof="0" dirty="0"/>
          </a:p>
        </p:txBody>
      </p:sp>
      <p:cxnSp>
        <p:nvCxnSpPr>
          <p:cNvPr id="27" name="Rechte verbindingslijn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Tijdelijke aanduiding voor afbeelding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n-US" noProof="0"/>
              <a:t>Click icon to add picture</a:t>
            </a:r>
            <a:endParaRPr lang="nl-NL" noProof="0" dirty="0"/>
          </a:p>
        </p:txBody>
      </p:sp>
      <p:grpSp>
        <p:nvGrpSpPr>
          <p:cNvPr id="30" name="Groep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Vrije vorm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32" name="Vrije vorm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sp>
          <p:nvSpPr>
            <p:cNvPr id="33" name="Vrije vorm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nl-NL" noProof="0" dirty="0"/>
            </a:p>
          </p:txBody>
        </p:sp>
      </p:gr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ijdelijke aanduiding voor tekst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nl-NL" noProof="0"/>
              <a:t>Klik om de tekststijlen van het model te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12" name="Tijdelijke aanduiding voor titel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nl-NL" noProof="0"/>
              <a:t>Klik om de titelstijl van het model te bewerken</a:t>
            </a:r>
          </a:p>
        </p:txBody>
      </p:sp>
      <p:sp>
        <p:nvSpPr>
          <p:cNvPr id="30" name="Tijdelijke aanduiding voor datum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B92C848E-06CC-479C-ABEE-E6856DB42BAF}" type="datetime4">
              <a:rPr lang="nl-NL" noProof="0" smtClean="0">
                <a:latin typeface="+mn-lt"/>
              </a:rPr>
              <a:t>3 oktober 2023</a:t>
            </a:fld>
            <a:endParaRPr lang="nl-NL" noProof="0" dirty="0">
              <a:latin typeface="+mn-lt"/>
            </a:endParaRPr>
          </a:p>
        </p:txBody>
      </p:sp>
      <p:sp>
        <p:nvSpPr>
          <p:cNvPr id="31" name="Tijdelijke aanduiding voor voettekst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rtl="0"/>
            <a:r>
              <a:rPr lang="nl-NL" noProof="0"/>
              <a:t>Jaarverslag</a:t>
            </a:r>
            <a:endParaRPr lang="nl-NL" b="0" noProof="0"/>
          </a:p>
        </p:txBody>
      </p:sp>
      <p:sp>
        <p:nvSpPr>
          <p:cNvPr id="32" name="Tijdelijke aanduiding voor dianummer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nl-NL" noProof="0" smtClean="0"/>
              <a:pPr rtl="0"/>
              <a:t>‹#›</a:t>
            </a:fld>
            <a:endParaRPr lang="nl-NL" noProof="0">
              <a:latin typeface="+mn-lt"/>
            </a:endParaRPr>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76" r:id="rId8"/>
    <p:sldLayoutId id="2147483677" r:id="rId9"/>
    <p:sldLayoutId id="2147483685" r:id="rId10"/>
    <p:sldLayoutId id="2147483688" r:id="rId11"/>
    <p:sldLayoutId id="2147483692" r:id="rId12"/>
    <p:sldLayoutId id="2147483682"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jpg"/><Relationship Id="rId5" Type="http://schemas.openxmlformats.org/officeDocument/2006/relationships/image" Target="../media/image1.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hyperlink" Target="https://learn.microsoft.com/en-us/ef/core/modeling/relationships" TargetMode="External"/><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17.jpeg"/><Relationship Id="rId4" Type="http://schemas.openxmlformats.org/officeDocument/2006/relationships/hyperlink" Target="https://learn.microsoft.com/en-us/ef/core/modeling/relationships#many-to-man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3E168C-8042-5B4E-A5A4-A5BF693AE2D6}"/>
              </a:ext>
            </a:extLst>
          </p:cNvPr>
          <p:cNvSpPr>
            <a:spLocks noGrp="1"/>
          </p:cNvSpPr>
          <p:nvPr>
            <p:ph type="ctrTitle"/>
          </p:nvPr>
        </p:nvSpPr>
        <p:spPr>
          <a:xfrm>
            <a:off x="6367054" y="2116182"/>
            <a:ext cx="5491571" cy="1514019"/>
          </a:xfrm>
        </p:spPr>
        <p:txBody>
          <a:bodyPr rtlCol="0"/>
          <a:lstStyle/>
          <a:p>
            <a:pPr rtl="0"/>
            <a:r>
              <a:rPr lang="nl-NL" dirty="0"/>
              <a:t>Koppeltabellen</a:t>
            </a:r>
            <a:br>
              <a:rPr lang="nl-NL" dirty="0"/>
            </a:br>
            <a:r>
              <a:rPr lang="nl-NL" dirty="0"/>
              <a:t>Normaliseren</a:t>
            </a:r>
          </a:p>
        </p:txBody>
      </p:sp>
      <p:sp>
        <p:nvSpPr>
          <p:cNvPr id="3" name="Tijdelijke aanduiding voor tekst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rtl="0"/>
            <a:r>
              <a:rPr lang="nl-NL" b="1" dirty="0"/>
              <a:t>Door Tim Lutt</a:t>
            </a:r>
          </a:p>
          <a:p>
            <a:pPr rtl="0"/>
            <a:r>
              <a:rPr lang="nl-NL" dirty="0"/>
              <a:t>8 maart 2023</a:t>
            </a:r>
          </a:p>
          <a:p>
            <a:pPr rtl="0"/>
            <a:endParaRPr lang="nl-NL" dirty="0"/>
          </a:p>
        </p:txBody>
      </p:sp>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D54756-A790-C845-A85F-35391529E591}"/>
              </a:ext>
            </a:extLst>
          </p:cNvPr>
          <p:cNvSpPr>
            <a:spLocks noGrp="1"/>
          </p:cNvSpPr>
          <p:nvPr>
            <p:ph type="title"/>
          </p:nvPr>
        </p:nvSpPr>
        <p:spPr>
          <a:xfrm>
            <a:off x="964023" y="879063"/>
            <a:ext cx="4941477" cy="610863"/>
          </a:xfrm>
        </p:spPr>
        <p:txBody>
          <a:bodyPr rtlCol="0"/>
          <a:lstStyle/>
          <a:p>
            <a:pPr rtl="0"/>
            <a:r>
              <a:rPr lang="nl-NL" dirty="0"/>
              <a:t>Inhoud</a:t>
            </a:r>
          </a:p>
        </p:txBody>
      </p:sp>
      <p:sp>
        <p:nvSpPr>
          <p:cNvPr id="4" name="Tijdelijke aanduiding voor tekst 3">
            <a:extLst>
              <a:ext uri="{FF2B5EF4-FFF2-40B4-BE49-F238E27FC236}">
                <a16:creationId xmlns:a16="http://schemas.microsoft.com/office/drawing/2014/main" id="{C7EC6698-132B-1143-A2A9-00A97D9572D8}"/>
              </a:ext>
            </a:extLst>
          </p:cNvPr>
          <p:cNvSpPr>
            <a:spLocks noGrp="1"/>
          </p:cNvSpPr>
          <p:nvPr>
            <p:ph type="body" sz="quarter" idx="14"/>
          </p:nvPr>
        </p:nvSpPr>
        <p:spPr>
          <a:xfrm>
            <a:off x="952500" y="2209800"/>
            <a:ext cx="2133600" cy="369332"/>
          </a:xfrm>
        </p:spPr>
        <p:txBody>
          <a:bodyPr rtlCol="0"/>
          <a:lstStyle/>
          <a:p>
            <a:pPr rtl="0"/>
            <a:r>
              <a:rPr lang="nl-NL" dirty="0"/>
              <a:t>01. Soorten relaties</a:t>
            </a:r>
          </a:p>
        </p:txBody>
      </p:sp>
      <p:sp>
        <p:nvSpPr>
          <p:cNvPr id="3" name="Tijdelijke aanduiding voor tekst 2">
            <a:extLst>
              <a:ext uri="{FF2B5EF4-FFF2-40B4-BE49-F238E27FC236}">
                <a16:creationId xmlns:a16="http://schemas.microsoft.com/office/drawing/2014/main" id="{91AA5D8C-0134-F046-A548-3465F817747C}"/>
              </a:ext>
            </a:extLst>
          </p:cNvPr>
          <p:cNvSpPr>
            <a:spLocks noGrp="1"/>
          </p:cNvSpPr>
          <p:nvPr>
            <p:ph type="body" sz="quarter" idx="13"/>
          </p:nvPr>
        </p:nvSpPr>
        <p:spPr>
          <a:xfrm>
            <a:off x="952500" y="2818295"/>
            <a:ext cx="2133600" cy="758756"/>
          </a:xfrm>
        </p:spPr>
        <p:txBody>
          <a:bodyPr rtlCol="0"/>
          <a:lstStyle/>
          <a:p>
            <a:pPr rtl="0"/>
            <a:r>
              <a:rPr lang="nl-NL" dirty="0"/>
              <a:t>Welke relaties zijn er tussen entiteiten?</a:t>
            </a:r>
          </a:p>
        </p:txBody>
      </p:sp>
      <p:sp>
        <p:nvSpPr>
          <p:cNvPr id="6" name="Tijdelijke aanduiding voor tekst 5">
            <a:extLst>
              <a:ext uri="{FF2B5EF4-FFF2-40B4-BE49-F238E27FC236}">
                <a16:creationId xmlns:a16="http://schemas.microsoft.com/office/drawing/2014/main" id="{C0015C52-08ED-464E-B7E8-24892D9C1319}"/>
              </a:ext>
            </a:extLst>
          </p:cNvPr>
          <p:cNvSpPr>
            <a:spLocks noGrp="1"/>
          </p:cNvSpPr>
          <p:nvPr>
            <p:ph type="body" sz="quarter" idx="16"/>
          </p:nvPr>
        </p:nvSpPr>
        <p:spPr>
          <a:xfrm>
            <a:off x="3663042" y="2209800"/>
            <a:ext cx="2128157" cy="615301"/>
          </a:xfrm>
        </p:spPr>
        <p:txBody>
          <a:bodyPr rtlCol="0"/>
          <a:lstStyle/>
          <a:p>
            <a:pPr rtl="0"/>
            <a:r>
              <a:rPr lang="nl-NL" dirty="0"/>
              <a:t>02. Normaliseren</a:t>
            </a:r>
          </a:p>
        </p:txBody>
      </p:sp>
      <p:sp>
        <p:nvSpPr>
          <p:cNvPr id="5" name="Tijdelijke aanduiding voor tekst 4">
            <a:extLst>
              <a:ext uri="{FF2B5EF4-FFF2-40B4-BE49-F238E27FC236}">
                <a16:creationId xmlns:a16="http://schemas.microsoft.com/office/drawing/2014/main" id="{6979C7D4-91CF-6443-91D5-65DC860B407D}"/>
              </a:ext>
            </a:extLst>
          </p:cNvPr>
          <p:cNvSpPr>
            <a:spLocks noGrp="1"/>
          </p:cNvSpPr>
          <p:nvPr>
            <p:ph type="body" sz="quarter" idx="15"/>
          </p:nvPr>
        </p:nvSpPr>
        <p:spPr>
          <a:xfrm>
            <a:off x="3663042" y="2818295"/>
            <a:ext cx="2128157" cy="758756"/>
          </a:xfrm>
        </p:spPr>
        <p:txBody>
          <a:bodyPr rtlCol="0"/>
          <a:lstStyle/>
          <a:p>
            <a:pPr rtl="0"/>
            <a:r>
              <a:rPr lang="nl-NL" dirty="0"/>
              <a:t>Korte herhaling van de normalisatiestappen.</a:t>
            </a:r>
          </a:p>
        </p:txBody>
      </p:sp>
      <p:sp>
        <p:nvSpPr>
          <p:cNvPr id="8" name="Tijdelijke aanduiding voor tekst 7">
            <a:extLst>
              <a:ext uri="{FF2B5EF4-FFF2-40B4-BE49-F238E27FC236}">
                <a16:creationId xmlns:a16="http://schemas.microsoft.com/office/drawing/2014/main" id="{B32B0C1D-C221-7C47-B7D6-77E7BDB41749}"/>
              </a:ext>
            </a:extLst>
          </p:cNvPr>
          <p:cNvSpPr>
            <a:spLocks noGrp="1"/>
          </p:cNvSpPr>
          <p:nvPr>
            <p:ph type="body" sz="quarter" idx="20"/>
          </p:nvPr>
        </p:nvSpPr>
        <p:spPr>
          <a:xfrm>
            <a:off x="952500" y="4522803"/>
            <a:ext cx="2133600" cy="369332"/>
          </a:xfrm>
        </p:spPr>
        <p:txBody>
          <a:bodyPr rtlCol="0"/>
          <a:lstStyle/>
          <a:p>
            <a:pPr rtl="0"/>
            <a:r>
              <a:rPr lang="nl-NL" dirty="0"/>
              <a:t>03. Koppeltabel normaliseren</a:t>
            </a:r>
          </a:p>
        </p:txBody>
      </p:sp>
      <p:sp>
        <p:nvSpPr>
          <p:cNvPr id="7" name="Tijdelijke aanduiding voor tekst 6">
            <a:extLst>
              <a:ext uri="{FF2B5EF4-FFF2-40B4-BE49-F238E27FC236}">
                <a16:creationId xmlns:a16="http://schemas.microsoft.com/office/drawing/2014/main" id="{3E1C152D-1AA6-9242-B5C9-B06EEE4F9661}"/>
              </a:ext>
            </a:extLst>
          </p:cNvPr>
          <p:cNvSpPr>
            <a:spLocks noGrp="1"/>
          </p:cNvSpPr>
          <p:nvPr>
            <p:ph type="body" sz="quarter" idx="19"/>
          </p:nvPr>
        </p:nvSpPr>
        <p:spPr>
          <a:xfrm>
            <a:off x="952500" y="5131298"/>
            <a:ext cx="2133600" cy="758756"/>
          </a:xfrm>
        </p:spPr>
        <p:txBody>
          <a:bodyPr rtlCol="0"/>
          <a:lstStyle/>
          <a:p>
            <a:r>
              <a:rPr lang="nl-NL" dirty="0"/>
              <a:t>Tijdens het normaliseren kom je koppeltabellen tegen.</a:t>
            </a:r>
          </a:p>
        </p:txBody>
      </p:sp>
      <p:sp>
        <p:nvSpPr>
          <p:cNvPr id="10" name="Tijdelijke aanduiding voor tekst 9">
            <a:extLst>
              <a:ext uri="{FF2B5EF4-FFF2-40B4-BE49-F238E27FC236}">
                <a16:creationId xmlns:a16="http://schemas.microsoft.com/office/drawing/2014/main" id="{69BD3932-D1D0-1045-BD96-8B26F11B8515}"/>
              </a:ext>
            </a:extLst>
          </p:cNvPr>
          <p:cNvSpPr>
            <a:spLocks noGrp="1"/>
          </p:cNvSpPr>
          <p:nvPr>
            <p:ph type="body" sz="quarter" idx="22"/>
          </p:nvPr>
        </p:nvSpPr>
        <p:spPr>
          <a:xfrm>
            <a:off x="3663042" y="4522803"/>
            <a:ext cx="2128157" cy="369332"/>
          </a:xfrm>
        </p:spPr>
        <p:txBody>
          <a:bodyPr rtlCol="0"/>
          <a:lstStyle/>
          <a:p>
            <a:pPr rtl="0"/>
            <a:r>
              <a:rPr lang="nl-NL" dirty="0"/>
              <a:t>04. Koppeltabel in Entity Framework</a:t>
            </a:r>
          </a:p>
        </p:txBody>
      </p:sp>
      <p:sp>
        <p:nvSpPr>
          <p:cNvPr id="9" name="Tijdelijke aanduiding voor tekst 8">
            <a:extLst>
              <a:ext uri="{FF2B5EF4-FFF2-40B4-BE49-F238E27FC236}">
                <a16:creationId xmlns:a16="http://schemas.microsoft.com/office/drawing/2014/main" id="{38FB4732-AB07-C54D-AF44-F8ADB6D2B8B6}"/>
              </a:ext>
            </a:extLst>
          </p:cNvPr>
          <p:cNvSpPr>
            <a:spLocks noGrp="1"/>
          </p:cNvSpPr>
          <p:nvPr>
            <p:ph type="body" sz="quarter" idx="21"/>
          </p:nvPr>
        </p:nvSpPr>
        <p:spPr>
          <a:xfrm>
            <a:off x="3663042" y="5131298"/>
            <a:ext cx="2128157" cy="758756"/>
          </a:xfrm>
        </p:spPr>
        <p:txBody>
          <a:bodyPr rtlCol="0"/>
          <a:lstStyle/>
          <a:p>
            <a:pPr rtl="0"/>
            <a:r>
              <a:rPr lang="nl-NL" dirty="0"/>
              <a:t>Hoe leg je koppeltabellen vast.</a:t>
            </a:r>
          </a:p>
        </p:txBody>
      </p:sp>
      <p:sp>
        <p:nvSpPr>
          <p:cNvPr id="12" name="Tijdelijke aanduiding voor tekst 11">
            <a:extLst>
              <a:ext uri="{FF2B5EF4-FFF2-40B4-BE49-F238E27FC236}">
                <a16:creationId xmlns:a16="http://schemas.microsoft.com/office/drawing/2014/main" id="{B115086E-2AC3-4F4D-8F85-104CFA64FECF}"/>
              </a:ext>
            </a:extLst>
          </p:cNvPr>
          <p:cNvSpPr>
            <a:spLocks noGrp="1"/>
          </p:cNvSpPr>
          <p:nvPr>
            <p:ph type="body" sz="quarter" idx="24"/>
          </p:nvPr>
        </p:nvSpPr>
        <p:spPr>
          <a:xfrm>
            <a:off x="6367054" y="4522803"/>
            <a:ext cx="2129245" cy="369332"/>
          </a:xfrm>
        </p:spPr>
        <p:txBody>
          <a:bodyPr rtlCol="0"/>
          <a:lstStyle/>
          <a:p>
            <a:pPr rtl="0"/>
            <a:r>
              <a:rPr lang="nl-NL" dirty="0"/>
              <a:t>05. Extra bronnen</a:t>
            </a:r>
          </a:p>
        </p:txBody>
      </p:sp>
      <p:sp>
        <p:nvSpPr>
          <p:cNvPr id="11" name="Tijdelijke aanduiding voor tekst 10">
            <a:extLst>
              <a:ext uri="{FF2B5EF4-FFF2-40B4-BE49-F238E27FC236}">
                <a16:creationId xmlns:a16="http://schemas.microsoft.com/office/drawing/2014/main" id="{7F247A08-A350-EF44-9F10-FC72B5466602}"/>
              </a:ext>
            </a:extLst>
          </p:cNvPr>
          <p:cNvSpPr>
            <a:spLocks noGrp="1"/>
          </p:cNvSpPr>
          <p:nvPr>
            <p:ph type="body" sz="quarter" idx="23"/>
          </p:nvPr>
        </p:nvSpPr>
        <p:spPr>
          <a:xfrm>
            <a:off x="6367054" y="5131298"/>
            <a:ext cx="2129245" cy="758756"/>
          </a:xfrm>
        </p:spPr>
        <p:txBody>
          <a:bodyPr rtlCol="0"/>
          <a:lstStyle/>
          <a:p>
            <a:pPr rtl="0"/>
            <a:endParaRPr lang="nl-NL" dirty="0"/>
          </a:p>
        </p:txBody>
      </p:sp>
      <p:sp>
        <p:nvSpPr>
          <p:cNvPr id="15" name="Tijdelijke aanduiding voor dianummer 14">
            <a:extLst>
              <a:ext uri="{FF2B5EF4-FFF2-40B4-BE49-F238E27FC236}">
                <a16:creationId xmlns:a16="http://schemas.microsoft.com/office/drawing/2014/main" id="{329469AE-B59A-AA41-9085-106D011808F5}"/>
              </a:ext>
            </a:extLst>
          </p:cNvPr>
          <p:cNvSpPr>
            <a:spLocks noGrp="1"/>
          </p:cNvSpPr>
          <p:nvPr>
            <p:ph type="sldNum" sz="quarter" idx="27"/>
          </p:nvPr>
        </p:nvSpPr>
        <p:spPr>
          <a:xfrm>
            <a:off x="971550" y="6332220"/>
            <a:ext cx="523240" cy="247651"/>
          </a:xfrm>
        </p:spPr>
        <p:txBody>
          <a:bodyPr rtlCol="0"/>
          <a:lstStyle/>
          <a:p>
            <a:pPr rtl="0"/>
            <a:fld id="{294A09A9-5501-47C1-A89A-A340965A2BE2}" type="slidenum">
              <a:rPr lang="nl-NL" smtClean="0"/>
              <a:pPr/>
              <a:t>2</a:t>
            </a:fld>
            <a:endParaRPr lang="nl-NL"/>
          </a:p>
        </p:txBody>
      </p:sp>
      <p:sp>
        <p:nvSpPr>
          <p:cNvPr id="14" name="Tijdelijke aanduiding voor voettekst 13">
            <a:extLst>
              <a:ext uri="{FF2B5EF4-FFF2-40B4-BE49-F238E27FC236}">
                <a16:creationId xmlns:a16="http://schemas.microsoft.com/office/drawing/2014/main" id="{C0BAE34D-BF83-084B-A10C-EB85694B9ACF}"/>
              </a:ext>
            </a:extLst>
          </p:cNvPr>
          <p:cNvSpPr>
            <a:spLocks noGrp="1"/>
          </p:cNvSpPr>
          <p:nvPr>
            <p:ph type="ftr" sz="quarter" idx="26"/>
          </p:nvPr>
        </p:nvSpPr>
        <p:spPr>
          <a:xfrm>
            <a:off x="1494790" y="6332220"/>
            <a:ext cx="1497330" cy="247651"/>
          </a:xfrm>
        </p:spPr>
        <p:txBody>
          <a:bodyPr rtlCol="0"/>
          <a:lstStyle/>
          <a:p>
            <a:pPr rtl="0"/>
            <a:r>
              <a:rPr lang="nl-NL" dirty="0"/>
              <a:t>Koppeltabellen</a:t>
            </a:r>
          </a:p>
        </p:txBody>
      </p:sp>
      <p:sp>
        <p:nvSpPr>
          <p:cNvPr id="13" name="Tijdelijke aanduiding voor datum 12">
            <a:extLst>
              <a:ext uri="{FF2B5EF4-FFF2-40B4-BE49-F238E27FC236}">
                <a16:creationId xmlns:a16="http://schemas.microsoft.com/office/drawing/2014/main" id="{2D9626DF-C81E-004B-9A70-7EF103792475}"/>
              </a:ext>
            </a:extLst>
          </p:cNvPr>
          <p:cNvSpPr>
            <a:spLocks noGrp="1"/>
          </p:cNvSpPr>
          <p:nvPr>
            <p:ph type="dt" sz="half" idx="25"/>
          </p:nvPr>
        </p:nvSpPr>
        <p:spPr>
          <a:xfrm>
            <a:off x="2992120" y="6332220"/>
            <a:ext cx="1313180" cy="247651"/>
          </a:xfrm>
        </p:spPr>
        <p:txBody>
          <a:bodyPr rtlCol="0"/>
          <a:lstStyle/>
          <a:p>
            <a:pPr rtl="0"/>
            <a:fld id="{ED2A4270-D293-446C-80C7-564AD4B71E1C}" type="datetime4">
              <a:rPr lang="nl-NL" smtClean="0"/>
              <a:t>3 oktober 2023</a:t>
            </a:fld>
            <a:endParaRPr lang="nl-NL"/>
          </a:p>
        </p:txBody>
      </p:sp>
    </p:spTree>
    <p:extLst>
      <p:ext uri="{BB962C8B-B14F-4D97-AF65-F5344CB8AC3E}">
        <p14:creationId xmlns:p14="http://schemas.microsoft.com/office/powerpoint/2010/main" val="289860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5CDDDB3-37FD-C9DE-9ADD-6DE8BF11C0F2}"/>
              </a:ext>
            </a:extLst>
          </p:cNvPr>
          <p:cNvSpPr>
            <a:spLocks noGrp="1"/>
          </p:cNvSpPr>
          <p:nvPr>
            <p:ph type="title"/>
          </p:nvPr>
        </p:nvSpPr>
        <p:spPr/>
        <p:txBody>
          <a:bodyPr/>
          <a:lstStyle/>
          <a:p>
            <a:r>
              <a:rPr lang="nl-NL" dirty="0"/>
              <a:t>Tussen entiteiten (of tabellen/modellen) bestaan verschillende soorten relaties.</a:t>
            </a:r>
          </a:p>
        </p:txBody>
      </p:sp>
    </p:spTree>
    <p:extLst>
      <p:ext uri="{BB962C8B-B14F-4D97-AF65-F5344CB8AC3E}">
        <p14:creationId xmlns:p14="http://schemas.microsoft.com/office/powerpoint/2010/main" val="4016438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353F689-2E51-BF4F-AE47-7CEB7CC4C52A}"/>
              </a:ext>
            </a:extLst>
          </p:cNvPr>
          <p:cNvSpPr>
            <a:spLocks noGrp="1"/>
          </p:cNvSpPr>
          <p:nvPr>
            <p:ph type="title"/>
          </p:nvPr>
        </p:nvSpPr>
        <p:spPr/>
        <p:txBody>
          <a:bodyPr rtlCol="0"/>
          <a:lstStyle/>
          <a:p>
            <a:pPr rtl="0"/>
            <a:r>
              <a:rPr lang="nl-NL" dirty="0"/>
              <a:t>Soorten relaties</a:t>
            </a:r>
          </a:p>
        </p:txBody>
      </p:sp>
      <p:sp>
        <p:nvSpPr>
          <p:cNvPr id="7" name="Tijdelijke aanduiding voor dianumm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nl-NL" smtClean="0"/>
              <a:pPr rtl="0"/>
              <a:t>4</a:t>
            </a:fld>
            <a:endParaRPr lang="nl-NL"/>
          </a:p>
        </p:txBody>
      </p:sp>
      <p:sp>
        <p:nvSpPr>
          <p:cNvPr id="6" name="Tijdelijke aanduiding voor voettekst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pPr rtl="0"/>
            <a:r>
              <a:rPr lang="nl-NL" dirty="0"/>
              <a:t>Koppeltabellen</a:t>
            </a:r>
          </a:p>
        </p:txBody>
      </p:sp>
      <p:sp>
        <p:nvSpPr>
          <p:cNvPr id="5" name="Tijdelijke aanduiding voor datum 4">
            <a:extLst>
              <a:ext uri="{FF2B5EF4-FFF2-40B4-BE49-F238E27FC236}">
                <a16:creationId xmlns:a16="http://schemas.microsoft.com/office/drawing/2014/main" id="{2E803E71-3088-0347-9BCC-16ADB551CCC8}"/>
              </a:ext>
            </a:extLst>
          </p:cNvPr>
          <p:cNvSpPr>
            <a:spLocks noGrp="1"/>
          </p:cNvSpPr>
          <p:nvPr>
            <p:ph type="dt" sz="half" idx="14"/>
          </p:nvPr>
        </p:nvSpPr>
        <p:spPr>
          <a:xfrm>
            <a:off x="2992120" y="6332220"/>
            <a:ext cx="1313180" cy="247651"/>
          </a:xfrm>
        </p:spPr>
        <p:txBody>
          <a:bodyPr rtlCol="0"/>
          <a:lstStyle/>
          <a:p>
            <a:pPr rtl="0"/>
            <a:fld id="{E9869705-C13B-4B85-B33B-E0C7B7854E8B}" type="datetime4">
              <a:rPr lang="nl-NL" smtClean="0"/>
              <a:t>3 oktober 2023</a:t>
            </a:fld>
            <a:endParaRPr lang="nl-NL"/>
          </a:p>
        </p:txBody>
      </p:sp>
      <p:grpSp>
        <p:nvGrpSpPr>
          <p:cNvPr id="31" name="Group 30">
            <a:extLst>
              <a:ext uri="{FF2B5EF4-FFF2-40B4-BE49-F238E27FC236}">
                <a16:creationId xmlns:a16="http://schemas.microsoft.com/office/drawing/2014/main" id="{1B0D4CCD-9EB6-E219-300A-0593054FA490}"/>
              </a:ext>
            </a:extLst>
          </p:cNvPr>
          <p:cNvGrpSpPr/>
          <p:nvPr/>
        </p:nvGrpSpPr>
        <p:grpSpPr>
          <a:xfrm>
            <a:off x="4709173" y="4057432"/>
            <a:ext cx="4074266" cy="2765783"/>
            <a:chOff x="4709173" y="4057432"/>
            <a:chExt cx="4074266" cy="2765783"/>
          </a:xfrm>
        </p:grpSpPr>
        <p:pic>
          <p:nvPicPr>
            <p:cNvPr id="27" name="Picture 26" descr="Text&#10;&#10;Description automatically generated">
              <a:extLst>
                <a:ext uri="{FF2B5EF4-FFF2-40B4-BE49-F238E27FC236}">
                  <a16:creationId xmlns:a16="http://schemas.microsoft.com/office/drawing/2014/main" id="{5395303A-6BCF-5AF2-393F-58A4D57D3C7B}"/>
                </a:ext>
              </a:extLst>
            </p:cNvPr>
            <p:cNvPicPr>
              <a:picLocks noChangeAspect="1"/>
            </p:cNvPicPr>
            <p:nvPr/>
          </p:nvPicPr>
          <p:blipFill rotWithShape="1">
            <a:blip r:embed="rId3">
              <a:extLst>
                <a:ext uri="{28A0092B-C50C-407E-A947-70E740481C1C}">
                  <a14:useLocalDpi xmlns:a14="http://schemas.microsoft.com/office/drawing/2010/main" val="0"/>
                </a:ext>
              </a:extLst>
            </a:blip>
            <a:srcRect l="16993" t="12818" r="11540" b="14134"/>
            <a:stretch/>
          </p:blipFill>
          <p:spPr>
            <a:xfrm>
              <a:off x="5150376" y="4617660"/>
              <a:ext cx="1595930" cy="2175009"/>
            </a:xfrm>
            <a:prstGeom prst="rect">
              <a:avLst/>
            </a:prstGeom>
          </p:spPr>
        </p:pic>
        <p:pic>
          <p:nvPicPr>
            <p:cNvPr id="23" name="Picture 22" descr="Text&#10;&#10;Description automatically generated">
              <a:extLst>
                <a:ext uri="{FF2B5EF4-FFF2-40B4-BE49-F238E27FC236}">
                  <a16:creationId xmlns:a16="http://schemas.microsoft.com/office/drawing/2014/main" id="{46142F1E-A819-202C-7BEB-91549EB77B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87509" y="4617660"/>
              <a:ext cx="1595930" cy="2205555"/>
            </a:xfrm>
            <a:prstGeom prst="rect">
              <a:avLst/>
            </a:prstGeom>
          </p:spPr>
        </p:pic>
        <p:pic>
          <p:nvPicPr>
            <p:cNvPr id="25" name="Picture 24" descr="A picture containing light&#10;&#10;Description automatically generated">
              <a:extLst>
                <a:ext uri="{FF2B5EF4-FFF2-40B4-BE49-F238E27FC236}">
                  <a16:creationId xmlns:a16="http://schemas.microsoft.com/office/drawing/2014/main" id="{F8A694C6-45E0-9A10-CF8E-4CAED06CB1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09173" y="4057432"/>
              <a:ext cx="835076" cy="835076"/>
            </a:xfrm>
            <a:prstGeom prst="rect">
              <a:avLst/>
            </a:prstGeom>
          </p:spPr>
        </p:pic>
        <p:pic>
          <p:nvPicPr>
            <p:cNvPr id="29" name="Picture 28" descr="A picture containing icon&#10;&#10;Description automatically generated">
              <a:extLst>
                <a:ext uri="{FF2B5EF4-FFF2-40B4-BE49-F238E27FC236}">
                  <a16:creationId xmlns:a16="http://schemas.microsoft.com/office/drawing/2014/main" id="{1BBCA672-F1F5-DA95-49FC-CA012A12CA2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70545" y="4057432"/>
              <a:ext cx="847269" cy="847269"/>
            </a:xfrm>
            <a:prstGeom prst="rect">
              <a:avLst/>
            </a:prstGeom>
          </p:spPr>
        </p:pic>
      </p:grpSp>
      <p:sp>
        <p:nvSpPr>
          <p:cNvPr id="30" name="Tijdelijke aanduiding voor tekst 3">
            <a:extLst>
              <a:ext uri="{FF2B5EF4-FFF2-40B4-BE49-F238E27FC236}">
                <a16:creationId xmlns:a16="http://schemas.microsoft.com/office/drawing/2014/main" id="{2577BF05-22C6-BB8B-5905-23435CC53D44}"/>
              </a:ext>
            </a:extLst>
          </p:cNvPr>
          <p:cNvSpPr>
            <a:spLocks noGrp="1"/>
          </p:cNvSpPr>
          <p:nvPr>
            <p:ph type="body" sz="quarter" idx="11"/>
          </p:nvPr>
        </p:nvSpPr>
        <p:spPr>
          <a:xfrm>
            <a:off x="958764" y="2263248"/>
            <a:ext cx="4799077" cy="2175009"/>
          </a:xfrm>
        </p:spPr>
        <p:txBody>
          <a:bodyPr rtlCol="0"/>
          <a:lstStyle/>
          <a:p>
            <a:pPr rtl="0"/>
            <a:r>
              <a:rPr lang="nl-NL" dirty="0"/>
              <a:t>In het voorbeeld hierna gaan we kijken naar Personen die Pokémon kaarten verzamelen. Een Pokémon kaart kan holografisch (glimmend) zijn.</a:t>
            </a:r>
          </a:p>
          <a:p>
            <a:pPr rtl="0"/>
            <a:r>
              <a:rPr lang="nl-NL" dirty="0"/>
              <a:t>Een persoon kan meerdere kaarten hebben, ook van dezelfde Pokémon. Maar de kaarten van de ene persoon zijn beter bewaard dan die van een ander. De kwaliteit kan dus verschillen (bijv.: slechte staat of juist ‘mint’)</a:t>
            </a:r>
          </a:p>
        </p:txBody>
      </p:sp>
      <p:pic>
        <p:nvPicPr>
          <p:cNvPr id="32" name="Picture 31" descr="Diagram&#10;&#10;Description automatically generated">
            <a:extLst>
              <a:ext uri="{FF2B5EF4-FFF2-40B4-BE49-F238E27FC236}">
                <a16:creationId xmlns:a16="http://schemas.microsoft.com/office/drawing/2014/main" id="{BD3CA889-8BBF-36E9-832A-DA2B9A7F9E0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96000" y="879063"/>
            <a:ext cx="5905500" cy="3295650"/>
          </a:xfrm>
          <a:prstGeom prst="rect">
            <a:avLst/>
          </a:prstGeom>
        </p:spPr>
      </p:pic>
    </p:spTree>
    <p:extLst>
      <p:ext uri="{BB962C8B-B14F-4D97-AF65-F5344CB8AC3E}">
        <p14:creationId xmlns:p14="http://schemas.microsoft.com/office/powerpoint/2010/main" val="391246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353F689-2E51-BF4F-AE47-7CEB7CC4C52A}"/>
              </a:ext>
            </a:extLst>
          </p:cNvPr>
          <p:cNvSpPr>
            <a:spLocks noGrp="1"/>
          </p:cNvSpPr>
          <p:nvPr>
            <p:ph type="title"/>
          </p:nvPr>
        </p:nvSpPr>
        <p:spPr/>
        <p:txBody>
          <a:bodyPr rtlCol="0"/>
          <a:lstStyle/>
          <a:p>
            <a:pPr rtl="0"/>
            <a:r>
              <a:rPr lang="nl-NL" dirty="0"/>
              <a:t>Soorten relaties</a:t>
            </a:r>
          </a:p>
        </p:txBody>
      </p:sp>
      <p:sp>
        <p:nvSpPr>
          <p:cNvPr id="4" name="Tijdelijke aanduiding voor tekst 3">
            <a:extLst>
              <a:ext uri="{FF2B5EF4-FFF2-40B4-BE49-F238E27FC236}">
                <a16:creationId xmlns:a16="http://schemas.microsoft.com/office/drawing/2014/main" id="{A17F80A9-6337-524E-AC61-32C5AFEE8E6D}"/>
              </a:ext>
            </a:extLst>
          </p:cNvPr>
          <p:cNvSpPr>
            <a:spLocks noGrp="1"/>
          </p:cNvSpPr>
          <p:nvPr>
            <p:ph type="body" sz="quarter" idx="11"/>
          </p:nvPr>
        </p:nvSpPr>
        <p:spPr>
          <a:xfrm>
            <a:off x="952499" y="2289362"/>
            <a:ext cx="4799077" cy="3295649"/>
          </a:xfrm>
        </p:spPr>
        <p:txBody>
          <a:bodyPr rtlCol="0"/>
          <a:lstStyle/>
          <a:p>
            <a:pPr rtl="0"/>
            <a:r>
              <a:rPr lang="nl-NL" dirty="0"/>
              <a:t>Relaties worden aangegeven met het symbool voor een (</a:t>
            </a:r>
            <a:r>
              <a:rPr lang="nl-NL" b="1" dirty="0" err="1"/>
              <a:t>one</a:t>
            </a:r>
            <a:r>
              <a:rPr lang="nl-NL" dirty="0"/>
              <a:t>):</a:t>
            </a:r>
          </a:p>
          <a:p>
            <a:pPr rtl="0"/>
            <a:r>
              <a:rPr lang="nl-NL" dirty="0"/>
              <a:t>Of veel/meerdere (</a:t>
            </a:r>
            <a:r>
              <a:rPr lang="nl-NL" b="1" dirty="0" err="1"/>
              <a:t>many</a:t>
            </a:r>
            <a:r>
              <a:rPr lang="nl-NL" dirty="0"/>
              <a:t>):</a:t>
            </a:r>
          </a:p>
        </p:txBody>
      </p:sp>
      <p:sp>
        <p:nvSpPr>
          <p:cNvPr id="7" name="Tijdelijke aanduiding voor dianumm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nl-NL" smtClean="0"/>
              <a:pPr rtl="0"/>
              <a:t>5</a:t>
            </a:fld>
            <a:endParaRPr lang="nl-NL"/>
          </a:p>
        </p:txBody>
      </p:sp>
      <p:sp>
        <p:nvSpPr>
          <p:cNvPr id="6" name="Tijdelijke aanduiding voor voettekst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pPr rtl="0"/>
            <a:r>
              <a:rPr lang="nl-NL" dirty="0"/>
              <a:t>Koppeltabellen</a:t>
            </a:r>
          </a:p>
        </p:txBody>
      </p:sp>
      <p:sp>
        <p:nvSpPr>
          <p:cNvPr id="5" name="Tijdelijke aanduiding voor datum 4">
            <a:extLst>
              <a:ext uri="{FF2B5EF4-FFF2-40B4-BE49-F238E27FC236}">
                <a16:creationId xmlns:a16="http://schemas.microsoft.com/office/drawing/2014/main" id="{2E803E71-3088-0347-9BCC-16ADB551CCC8}"/>
              </a:ext>
            </a:extLst>
          </p:cNvPr>
          <p:cNvSpPr>
            <a:spLocks noGrp="1"/>
          </p:cNvSpPr>
          <p:nvPr>
            <p:ph type="dt" sz="half" idx="14"/>
          </p:nvPr>
        </p:nvSpPr>
        <p:spPr>
          <a:xfrm>
            <a:off x="2992120" y="6332220"/>
            <a:ext cx="1313180" cy="247651"/>
          </a:xfrm>
        </p:spPr>
        <p:txBody>
          <a:bodyPr rtlCol="0"/>
          <a:lstStyle/>
          <a:p>
            <a:pPr rtl="0"/>
            <a:fld id="{E9869705-C13B-4B85-B33B-E0C7B7854E8B}" type="datetime4">
              <a:rPr lang="nl-NL" smtClean="0"/>
              <a:t>3 oktober 2023</a:t>
            </a:fld>
            <a:endParaRPr lang="nl-NL"/>
          </a:p>
        </p:txBody>
      </p:sp>
      <p:pic>
        <p:nvPicPr>
          <p:cNvPr id="17" name="Picture 16" descr="Diagram&#10;&#10;Description automatically generated">
            <a:extLst>
              <a:ext uri="{FF2B5EF4-FFF2-40B4-BE49-F238E27FC236}">
                <a16:creationId xmlns:a16="http://schemas.microsoft.com/office/drawing/2014/main" id="{BFB2F358-6FBB-7415-8898-7FB0CD79C6D4}"/>
              </a:ext>
            </a:extLst>
          </p:cNvPr>
          <p:cNvPicPr>
            <a:picLocks noChangeAspect="1"/>
          </p:cNvPicPr>
          <p:nvPr/>
        </p:nvPicPr>
        <p:blipFill rotWithShape="1">
          <a:blip r:embed="rId3">
            <a:extLst>
              <a:ext uri="{28A0092B-C50C-407E-A947-70E740481C1C}">
                <a14:useLocalDpi xmlns:a14="http://schemas.microsoft.com/office/drawing/2010/main" val="0"/>
              </a:ext>
            </a:extLst>
          </a:blip>
          <a:srcRect l="40581" t="19886" r="54616" b="74761"/>
          <a:stretch/>
        </p:blipFill>
        <p:spPr>
          <a:xfrm>
            <a:off x="1494790" y="2526888"/>
            <a:ext cx="393890" cy="234381"/>
          </a:xfrm>
          <a:prstGeom prst="rect">
            <a:avLst/>
          </a:prstGeom>
        </p:spPr>
      </p:pic>
      <p:pic>
        <p:nvPicPr>
          <p:cNvPr id="18" name="Picture 17" descr="Diagram&#10;&#10;Description automatically generated">
            <a:extLst>
              <a:ext uri="{FF2B5EF4-FFF2-40B4-BE49-F238E27FC236}">
                <a16:creationId xmlns:a16="http://schemas.microsoft.com/office/drawing/2014/main" id="{06B44BE6-DA70-B2D0-73F6-7887DC454D13}"/>
              </a:ext>
            </a:extLst>
          </p:cNvPr>
          <p:cNvPicPr>
            <a:picLocks noChangeAspect="1"/>
          </p:cNvPicPr>
          <p:nvPr/>
        </p:nvPicPr>
        <p:blipFill rotWithShape="1">
          <a:blip r:embed="rId3">
            <a:extLst>
              <a:ext uri="{28A0092B-C50C-407E-A947-70E740481C1C}">
                <a14:useLocalDpi xmlns:a14="http://schemas.microsoft.com/office/drawing/2010/main" val="0"/>
              </a:ext>
            </a:extLst>
          </a:blip>
          <a:srcRect l="50465" t="19886" r="46877" b="74949"/>
          <a:stretch/>
        </p:blipFill>
        <p:spPr>
          <a:xfrm rot="10800000">
            <a:off x="3237737" y="2959631"/>
            <a:ext cx="217932" cy="226107"/>
          </a:xfrm>
          <a:prstGeom prst="rect">
            <a:avLst/>
          </a:prstGeom>
        </p:spPr>
      </p:pic>
      <p:pic>
        <p:nvPicPr>
          <p:cNvPr id="2" name="Picture 1" descr="Diagram&#10;&#10;Description automatically generated">
            <a:extLst>
              <a:ext uri="{FF2B5EF4-FFF2-40B4-BE49-F238E27FC236}">
                <a16:creationId xmlns:a16="http://schemas.microsoft.com/office/drawing/2014/main" id="{80C15B98-FF65-D1BE-E7B3-26CBAA43DA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879063"/>
            <a:ext cx="5905500" cy="3295650"/>
          </a:xfrm>
          <a:prstGeom prst="rect">
            <a:avLst/>
          </a:prstGeom>
        </p:spPr>
      </p:pic>
    </p:spTree>
    <p:extLst>
      <p:ext uri="{BB962C8B-B14F-4D97-AF65-F5344CB8AC3E}">
        <p14:creationId xmlns:p14="http://schemas.microsoft.com/office/powerpoint/2010/main" val="324146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Diagram&#10;&#10;Description automatically generated">
            <a:extLst>
              <a:ext uri="{FF2B5EF4-FFF2-40B4-BE49-F238E27FC236}">
                <a16:creationId xmlns:a16="http://schemas.microsoft.com/office/drawing/2014/main" id="{7732DD8C-942A-3DAE-AA67-3801E0AD9D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879063"/>
            <a:ext cx="5905500" cy="3295650"/>
          </a:xfrm>
          <a:prstGeom prst="rect">
            <a:avLst/>
          </a:prstGeom>
        </p:spPr>
      </p:pic>
      <p:sp>
        <p:nvSpPr>
          <p:cNvPr id="3" name="Titel 2">
            <a:extLst>
              <a:ext uri="{FF2B5EF4-FFF2-40B4-BE49-F238E27FC236}">
                <a16:creationId xmlns:a16="http://schemas.microsoft.com/office/drawing/2014/main" id="{1353F689-2E51-BF4F-AE47-7CEB7CC4C52A}"/>
              </a:ext>
            </a:extLst>
          </p:cNvPr>
          <p:cNvSpPr>
            <a:spLocks noGrp="1"/>
          </p:cNvSpPr>
          <p:nvPr>
            <p:ph type="title"/>
          </p:nvPr>
        </p:nvSpPr>
        <p:spPr/>
        <p:txBody>
          <a:bodyPr rtlCol="0"/>
          <a:lstStyle/>
          <a:p>
            <a:pPr rtl="0"/>
            <a:r>
              <a:rPr lang="nl-NL" dirty="0"/>
              <a:t>Soorten relaties</a:t>
            </a:r>
          </a:p>
        </p:txBody>
      </p:sp>
      <p:sp>
        <p:nvSpPr>
          <p:cNvPr id="4" name="Tijdelijke aanduiding voor tekst 3">
            <a:extLst>
              <a:ext uri="{FF2B5EF4-FFF2-40B4-BE49-F238E27FC236}">
                <a16:creationId xmlns:a16="http://schemas.microsoft.com/office/drawing/2014/main" id="{A17F80A9-6337-524E-AC61-32C5AFEE8E6D}"/>
              </a:ext>
            </a:extLst>
          </p:cNvPr>
          <p:cNvSpPr>
            <a:spLocks noGrp="1"/>
          </p:cNvSpPr>
          <p:nvPr>
            <p:ph type="body" sz="quarter" idx="11"/>
          </p:nvPr>
        </p:nvSpPr>
        <p:spPr/>
        <p:txBody>
          <a:bodyPr rtlCol="0"/>
          <a:lstStyle/>
          <a:p>
            <a:pPr rtl="0"/>
            <a:r>
              <a:rPr lang="nl-NL" dirty="0"/>
              <a:t>De ‘</a:t>
            </a:r>
            <a:r>
              <a:rPr lang="nl-NL" b="1" dirty="0" err="1"/>
              <a:t>One</a:t>
            </a:r>
            <a:r>
              <a:rPr lang="nl-NL" dirty="0"/>
              <a:t> </a:t>
            </a:r>
            <a:r>
              <a:rPr lang="nl-NL" dirty="0" err="1"/>
              <a:t>to</a:t>
            </a:r>
            <a:r>
              <a:rPr lang="nl-NL" dirty="0"/>
              <a:t> </a:t>
            </a:r>
            <a:r>
              <a:rPr lang="nl-NL" b="1" dirty="0" err="1"/>
              <a:t>many</a:t>
            </a:r>
            <a:r>
              <a:rPr lang="nl-NL" dirty="0"/>
              <a:t>’(                     ) relatie komt het meest voor. (</a:t>
            </a:r>
            <a:r>
              <a:rPr lang="nl-NL" b="1" dirty="0"/>
              <a:t>een</a:t>
            </a:r>
            <a:r>
              <a:rPr lang="nl-NL" dirty="0"/>
              <a:t>-op-</a:t>
            </a:r>
            <a:r>
              <a:rPr lang="nl-NL" b="1" dirty="0"/>
              <a:t>meerdere</a:t>
            </a:r>
            <a:r>
              <a:rPr lang="nl-NL" dirty="0"/>
              <a:t>)</a:t>
            </a:r>
          </a:p>
          <a:p>
            <a:pPr rtl="0"/>
            <a:r>
              <a:rPr lang="nl-NL" dirty="0"/>
              <a:t>Hier rechts is te zien:</a:t>
            </a:r>
          </a:p>
          <a:p>
            <a:pPr marL="285750" indent="-285750" rtl="0">
              <a:buFont typeface="Arial" panose="020B0604020202020204" pitchFamily="34" charset="0"/>
              <a:buChar char="•"/>
            </a:pPr>
            <a:r>
              <a:rPr lang="nl-NL" b="1" dirty="0"/>
              <a:t>Een</a:t>
            </a:r>
            <a:r>
              <a:rPr lang="nl-NL" dirty="0"/>
              <a:t> persoon kan </a:t>
            </a:r>
            <a:r>
              <a:rPr lang="nl-NL" b="1" dirty="0"/>
              <a:t>meerdere</a:t>
            </a:r>
            <a:r>
              <a:rPr lang="nl-NL" dirty="0"/>
              <a:t> Pokémon kaarten hebben.</a:t>
            </a:r>
          </a:p>
          <a:p>
            <a:pPr marL="285750" indent="-285750" rtl="0">
              <a:buFont typeface="Arial" panose="020B0604020202020204" pitchFamily="34" charset="0"/>
              <a:buChar char="•"/>
            </a:pPr>
            <a:r>
              <a:rPr lang="nl-NL" b="1" dirty="0"/>
              <a:t>Een</a:t>
            </a:r>
            <a:r>
              <a:rPr lang="nl-NL" dirty="0"/>
              <a:t> kwaliteit kan bij </a:t>
            </a:r>
            <a:r>
              <a:rPr lang="nl-NL" b="1" dirty="0"/>
              <a:t>meerdere</a:t>
            </a:r>
            <a:r>
              <a:rPr lang="nl-NL" dirty="0"/>
              <a:t> Pokémon kaarten van personen horen.</a:t>
            </a:r>
          </a:p>
          <a:p>
            <a:pPr marL="285750" indent="-285750" rtl="0">
              <a:buFont typeface="Arial" panose="020B0604020202020204" pitchFamily="34" charset="0"/>
              <a:buChar char="•"/>
            </a:pPr>
            <a:r>
              <a:rPr lang="nl-NL" b="1" dirty="0"/>
              <a:t>Een</a:t>
            </a:r>
            <a:r>
              <a:rPr lang="nl-NL" dirty="0"/>
              <a:t> Pokémon kaart kan bij </a:t>
            </a:r>
            <a:r>
              <a:rPr lang="nl-NL" b="1" dirty="0"/>
              <a:t>meerdere</a:t>
            </a:r>
            <a:r>
              <a:rPr lang="nl-NL" dirty="0"/>
              <a:t> Personen horen (via </a:t>
            </a:r>
            <a:r>
              <a:rPr lang="nl-NL" dirty="0" err="1"/>
              <a:t>PersoonPokemonKaarten</a:t>
            </a:r>
            <a:r>
              <a:rPr lang="nl-NL" dirty="0"/>
              <a:t>)</a:t>
            </a:r>
          </a:p>
        </p:txBody>
      </p:sp>
      <p:sp>
        <p:nvSpPr>
          <p:cNvPr id="7" name="Tijdelijke aanduiding voor dianumm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nl-NL" smtClean="0"/>
              <a:pPr rtl="0"/>
              <a:t>6</a:t>
            </a:fld>
            <a:endParaRPr lang="nl-NL"/>
          </a:p>
        </p:txBody>
      </p:sp>
      <p:sp>
        <p:nvSpPr>
          <p:cNvPr id="6" name="Tijdelijke aanduiding voor voettekst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pPr rtl="0"/>
            <a:r>
              <a:rPr lang="nl-NL" dirty="0"/>
              <a:t>Koppeltabellen</a:t>
            </a:r>
          </a:p>
        </p:txBody>
      </p:sp>
      <p:sp>
        <p:nvSpPr>
          <p:cNvPr id="5" name="Tijdelijke aanduiding voor datum 4">
            <a:extLst>
              <a:ext uri="{FF2B5EF4-FFF2-40B4-BE49-F238E27FC236}">
                <a16:creationId xmlns:a16="http://schemas.microsoft.com/office/drawing/2014/main" id="{2E803E71-3088-0347-9BCC-16ADB551CCC8}"/>
              </a:ext>
            </a:extLst>
          </p:cNvPr>
          <p:cNvSpPr>
            <a:spLocks noGrp="1"/>
          </p:cNvSpPr>
          <p:nvPr>
            <p:ph type="dt" sz="half" idx="14"/>
          </p:nvPr>
        </p:nvSpPr>
        <p:spPr>
          <a:xfrm>
            <a:off x="2992120" y="6332220"/>
            <a:ext cx="1313180" cy="247651"/>
          </a:xfrm>
        </p:spPr>
        <p:txBody>
          <a:bodyPr rtlCol="0"/>
          <a:lstStyle/>
          <a:p>
            <a:pPr rtl="0"/>
            <a:fld id="{E9869705-C13B-4B85-B33B-E0C7B7854E8B}" type="datetime4">
              <a:rPr lang="nl-NL" smtClean="0"/>
              <a:t>3 oktober 2023</a:t>
            </a:fld>
            <a:endParaRPr lang="nl-NL"/>
          </a:p>
        </p:txBody>
      </p:sp>
      <p:pic>
        <p:nvPicPr>
          <p:cNvPr id="14" name="Picture 13" descr="Diagram&#10;&#10;Description automatically generated">
            <a:extLst>
              <a:ext uri="{FF2B5EF4-FFF2-40B4-BE49-F238E27FC236}">
                <a16:creationId xmlns:a16="http://schemas.microsoft.com/office/drawing/2014/main" id="{96170E2A-1156-A2B8-3BDD-80014DC8ED59}"/>
              </a:ext>
            </a:extLst>
          </p:cNvPr>
          <p:cNvPicPr>
            <a:picLocks noChangeAspect="1"/>
          </p:cNvPicPr>
          <p:nvPr/>
        </p:nvPicPr>
        <p:blipFill rotWithShape="1">
          <a:blip r:embed="rId4">
            <a:extLst>
              <a:ext uri="{28A0092B-C50C-407E-A947-70E740481C1C}">
                <a14:useLocalDpi xmlns:a14="http://schemas.microsoft.com/office/drawing/2010/main" val="0"/>
              </a:ext>
            </a:extLst>
          </a:blip>
          <a:srcRect l="40581" t="19886" r="46877" b="74134"/>
          <a:stretch/>
        </p:blipFill>
        <p:spPr>
          <a:xfrm>
            <a:off x="2477834" y="2289363"/>
            <a:ext cx="1028571" cy="261813"/>
          </a:xfrm>
          <a:prstGeom prst="rect">
            <a:avLst/>
          </a:prstGeom>
        </p:spPr>
      </p:pic>
    </p:spTree>
    <p:extLst>
      <p:ext uri="{BB962C8B-B14F-4D97-AF65-F5344CB8AC3E}">
        <p14:creationId xmlns:p14="http://schemas.microsoft.com/office/powerpoint/2010/main" val="3361763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Diagram&#10;&#10;Description automatically generated">
            <a:extLst>
              <a:ext uri="{FF2B5EF4-FFF2-40B4-BE49-F238E27FC236}">
                <a16:creationId xmlns:a16="http://schemas.microsoft.com/office/drawing/2014/main" id="{F5837BAD-A8F7-C406-FA98-0BE2CF75E7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879063"/>
            <a:ext cx="5905500" cy="3295650"/>
          </a:xfrm>
          <a:prstGeom prst="rect">
            <a:avLst/>
          </a:prstGeom>
        </p:spPr>
      </p:pic>
      <p:sp>
        <p:nvSpPr>
          <p:cNvPr id="3" name="Titel 2">
            <a:extLst>
              <a:ext uri="{FF2B5EF4-FFF2-40B4-BE49-F238E27FC236}">
                <a16:creationId xmlns:a16="http://schemas.microsoft.com/office/drawing/2014/main" id="{1353F689-2E51-BF4F-AE47-7CEB7CC4C52A}"/>
              </a:ext>
            </a:extLst>
          </p:cNvPr>
          <p:cNvSpPr>
            <a:spLocks noGrp="1"/>
          </p:cNvSpPr>
          <p:nvPr>
            <p:ph type="title"/>
          </p:nvPr>
        </p:nvSpPr>
        <p:spPr/>
        <p:txBody>
          <a:bodyPr rtlCol="0"/>
          <a:lstStyle/>
          <a:p>
            <a:pPr rtl="0"/>
            <a:r>
              <a:rPr lang="nl-NL" dirty="0"/>
              <a:t>Soorten relaties</a:t>
            </a:r>
          </a:p>
        </p:txBody>
      </p:sp>
      <p:sp>
        <p:nvSpPr>
          <p:cNvPr id="4" name="Tijdelijke aanduiding voor tekst 3">
            <a:extLst>
              <a:ext uri="{FF2B5EF4-FFF2-40B4-BE49-F238E27FC236}">
                <a16:creationId xmlns:a16="http://schemas.microsoft.com/office/drawing/2014/main" id="{A17F80A9-6337-524E-AC61-32C5AFEE8E6D}"/>
              </a:ext>
            </a:extLst>
          </p:cNvPr>
          <p:cNvSpPr>
            <a:spLocks noGrp="1"/>
          </p:cNvSpPr>
          <p:nvPr>
            <p:ph type="body" sz="quarter" idx="11"/>
          </p:nvPr>
        </p:nvSpPr>
        <p:spPr/>
        <p:txBody>
          <a:bodyPr rtlCol="0"/>
          <a:lstStyle/>
          <a:p>
            <a:pPr rtl="0"/>
            <a:r>
              <a:rPr lang="nl-NL" dirty="0"/>
              <a:t>Tussen </a:t>
            </a:r>
            <a:r>
              <a:rPr lang="nl-NL" b="1" dirty="0"/>
              <a:t>Kwaliteiten</a:t>
            </a:r>
            <a:r>
              <a:rPr lang="nl-NL" dirty="0"/>
              <a:t> en </a:t>
            </a:r>
            <a:r>
              <a:rPr lang="nl-NL" b="1" dirty="0" err="1"/>
              <a:t>PersoonPokemonKaart</a:t>
            </a:r>
            <a:r>
              <a:rPr lang="nl-NL" dirty="0"/>
              <a:t> bestaat een ‘</a:t>
            </a:r>
            <a:r>
              <a:rPr lang="nl-NL" dirty="0" err="1"/>
              <a:t>one-to-many</a:t>
            </a:r>
            <a:r>
              <a:rPr lang="nl-NL" dirty="0"/>
              <a:t>’ relatie</a:t>
            </a:r>
          </a:p>
          <a:p>
            <a:pPr rtl="0"/>
            <a:r>
              <a:rPr lang="nl-NL" dirty="0"/>
              <a:t>De Pokémon kaart van een persoon kan maar </a:t>
            </a:r>
            <a:r>
              <a:rPr lang="nl-NL" b="1" dirty="0"/>
              <a:t>één</a:t>
            </a:r>
            <a:r>
              <a:rPr lang="nl-NL" dirty="0"/>
              <a:t> kwaliteit hebben (bijv.: goede staat, of slechte staat). Maar een kwaliteit kan bij </a:t>
            </a:r>
            <a:r>
              <a:rPr lang="nl-NL" b="1" dirty="0"/>
              <a:t>meerdere</a:t>
            </a:r>
            <a:r>
              <a:rPr lang="nl-NL" dirty="0"/>
              <a:t> Pokémon kaarten van personen horen (de staat ‘slecht’ kan gaan over de </a:t>
            </a:r>
            <a:r>
              <a:rPr lang="nl-NL" dirty="0" err="1"/>
              <a:t>Charizard</a:t>
            </a:r>
            <a:r>
              <a:rPr lang="nl-NL" dirty="0"/>
              <a:t>-kaart van meerdere personen)</a:t>
            </a:r>
          </a:p>
        </p:txBody>
      </p:sp>
      <p:sp>
        <p:nvSpPr>
          <p:cNvPr id="7" name="Tijdelijke aanduiding voor dianumm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nl-NL" smtClean="0"/>
              <a:pPr rtl="0"/>
              <a:t>7</a:t>
            </a:fld>
            <a:endParaRPr lang="nl-NL"/>
          </a:p>
        </p:txBody>
      </p:sp>
      <p:sp>
        <p:nvSpPr>
          <p:cNvPr id="6" name="Tijdelijke aanduiding voor voettekst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pPr rtl="0"/>
            <a:r>
              <a:rPr lang="nl-NL" dirty="0"/>
              <a:t>Koppeltabellen</a:t>
            </a:r>
          </a:p>
        </p:txBody>
      </p:sp>
      <p:sp>
        <p:nvSpPr>
          <p:cNvPr id="5" name="Tijdelijke aanduiding voor datum 4">
            <a:extLst>
              <a:ext uri="{FF2B5EF4-FFF2-40B4-BE49-F238E27FC236}">
                <a16:creationId xmlns:a16="http://schemas.microsoft.com/office/drawing/2014/main" id="{2E803E71-3088-0347-9BCC-16ADB551CCC8}"/>
              </a:ext>
            </a:extLst>
          </p:cNvPr>
          <p:cNvSpPr>
            <a:spLocks noGrp="1"/>
          </p:cNvSpPr>
          <p:nvPr>
            <p:ph type="dt" sz="half" idx="14"/>
          </p:nvPr>
        </p:nvSpPr>
        <p:spPr>
          <a:xfrm>
            <a:off x="2992120" y="6332220"/>
            <a:ext cx="1313180" cy="247651"/>
          </a:xfrm>
        </p:spPr>
        <p:txBody>
          <a:bodyPr rtlCol="0"/>
          <a:lstStyle/>
          <a:p>
            <a:pPr rtl="0"/>
            <a:fld id="{E9869705-C13B-4B85-B33B-E0C7B7854E8B}" type="datetime4">
              <a:rPr lang="nl-NL" smtClean="0"/>
              <a:t>3 oktober 2023</a:t>
            </a:fld>
            <a:endParaRPr lang="nl-NL"/>
          </a:p>
        </p:txBody>
      </p:sp>
      <p:pic>
        <p:nvPicPr>
          <p:cNvPr id="14" name="Picture 13" descr="Diagram&#10;&#10;Description automatically generated">
            <a:extLst>
              <a:ext uri="{FF2B5EF4-FFF2-40B4-BE49-F238E27FC236}">
                <a16:creationId xmlns:a16="http://schemas.microsoft.com/office/drawing/2014/main" id="{96170E2A-1156-A2B8-3BDD-80014DC8ED59}"/>
              </a:ext>
            </a:extLst>
          </p:cNvPr>
          <p:cNvPicPr>
            <a:picLocks noChangeAspect="1"/>
          </p:cNvPicPr>
          <p:nvPr/>
        </p:nvPicPr>
        <p:blipFill rotWithShape="1">
          <a:blip r:embed="rId4">
            <a:extLst>
              <a:ext uri="{28A0092B-C50C-407E-A947-70E740481C1C}">
                <a14:useLocalDpi xmlns:a14="http://schemas.microsoft.com/office/drawing/2010/main" val="0"/>
              </a:ext>
            </a:extLst>
          </a:blip>
          <a:srcRect l="40581" t="19886" r="46877" b="74134"/>
          <a:stretch/>
        </p:blipFill>
        <p:spPr>
          <a:xfrm>
            <a:off x="4076894" y="2526888"/>
            <a:ext cx="1028571" cy="261813"/>
          </a:xfrm>
          <a:prstGeom prst="rect">
            <a:avLst/>
          </a:prstGeom>
        </p:spPr>
      </p:pic>
      <p:sp>
        <p:nvSpPr>
          <p:cNvPr id="2" name="Rectangle 1">
            <a:extLst>
              <a:ext uri="{FF2B5EF4-FFF2-40B4-BE49-F238E27FC236}">
                <a16:creationId xmlns:a16="http://schemas.microsoft.com/office/drawing/2014/main" id="{7516B514-B6A6-7FDE-8DE6-954336D591D2}"/>
              </a:ext>
            </a:extLst>
          </p:cNvPr>
          <p:cNvSpPr/>
          <p:nvPr/>
        </p:nvSpPr>
        <p:spPr>
          <a:xfrm>
            <a:off x="5905500" y="879063"/>
            <a:ext cx="2750058" cy="1647825"/>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 name="Rectangle 7">
            <a:extLst>
              <a:ext uri="{FF2B5EF4-FFF2-40B4-BE49-F238E27FC236}">
                <a16:creationId xmlns:a16="http://schemas.microsoft.com/office/drawing/2014/main" id="{38CA06D9-2E02-4490-A0D9-8D719AA63912}"/>
              </a:ext>
            </a:extLst>
          </p:cNvPr>
          <p:cNvSpPr/>
          <p:nvPr/>
        </p:nvSpPr>
        <p:spPr>
          <a:xfrm>
            <a:off x="8655558" y="1335067"/>
            <a:ext cx="576834" cy="506022"/>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Rectangle 9">
            <a:extLst>
              <a:ext uri="{FF2B5EF4-FFF2-40B4-BE49-F238E27FC236}">
                <a16:creationId xmlns:a16="http://schemas.microsoft.com/office/drawing/2014/main" id="{04AABE41-9E93-CABF-3C77-49BCE5A72191}"/>
              </a:ext>
            </a:extLst>
          </p:cNvPr>
          <p:cNvSpPr/>
          <p:nvPr/>
        </p:nvSpPr>
        <p:spPr>
          <a:xfrm>
            <a:off x="9121140" y="2863066"/>
            <a:ext cx="2522982" cy="1647825"/>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a:extLst>
              <a:ext uri="{FF2B5EF4-FFF2-40B4-BE49-F238E27FC236}">
                <a16:creationId xmlns:a16="http://schemas.microsoft.com/office/drawing/2014/main" id="{61F7D361-35D8-47AC-4BE6-6891CDC8295A}"/>
              </a:ext>
            </a:extLst>
          </p:cNvPr>
          <p:cNvSpPr/>
          <p:nvPr/>
        </p:nvSpPr>
        <p:spPr>
          <a:xfrm>
            <a:off x="11644122" y="879063"/>
            <a:ext cx="1916336" cy="2751105"/>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12" name="Group 11">
            <a:extLst>
              <a:ext uri="{FF2B5EF4-FFF2-40B4-BE49-F238E27FC236}">
                <a16:creationId xmlns:a16="http://schemas.microsoft.com/office/drawing/2014/main" id="{295264BE-A80E-8F7C-2BC1-89033B54895A}"/>
              </a:ext>
            </a:extLst>
          </p:cNvPr>
          <p:cNvGrpSpPr/>
          <p:nvPr/>
        </p:nvGrpSpPr>
        <p:grpSpPr>
          <a:xfrm>
            <a:off x="4951624" y="3958634"/>
            <a:ext cx="4074266" cy="2765783"/>
            <a:chOff x="4709173" y="4057432"/>
            <a:chExt cx="4074266" cy="2765783"/>
          </a:xfrm>
        </p:grpSpPr>
        <p:pic>
          <p:nvPicPr>
            <p:cNvPr id="13" name="Picture 12" descr="Text&#10;&#10;Description automatically generated">
              <a:extLst>
                <a:ext uri="{FF2B5EF4-FFF2-40B4-BE49-F238E27FC236}">
                  <a16:creationId xmlns:a16="http://schemas.microsoft.com/office/drawing/2014/main" id="{207AC496-BC31-DD76-0376-911881C593BB}"/>
                </a:ext>
              </a:extLst>
            </p:cNvPr>
            <p:cNvPicPr>
              <a:picLocks noChangeAspect="1"/>
            </p:cNvPicPr>
            <p:nvPr/>
          </p:nvPicPr>
          <p:blipFill rotWithShape="1">
            <a:blip r:embed="rId5">
              <a:extLst>
                <a:ext uri="{28A0092B-C50C-407E-A947-70E740481C1C}">
                  <a14:useLocalDpi xmlns:a14="http://schemas.microsoft.com/office/drawing/2010/main" val="0"/>
                </a:ext>
              </a:extLst>
            </a:blip>
            <a:srcRect l="16993" t="12818" r="11540" b="14134"/>
            <a:stretch/>
          </p:blipFill>
          <p:spPr>
            <a:xfrm>
              <a:off x="5150376" y="4617660"/>
              <a:ext cx="1595930" cy="2175009"/>
            </a:xfrm>
            <a:prstGeom prst="rect">
              <a:avLst/>
            </a:prstGeom>
          </p:spPr>
        </p:pic>
        <p:pic>
          <p:nvPicPr>
            <p:cNvPr id="15" name="Picture 14" descr="Text&#10;&#10;Description automatically generated">
              <a:extLst>
                <a:ext uri="{FF2B5EF4-FFF2-40B4-BE49-F238E27FC236}">
                  <a16:creationId xmlns:a16="http://schemas.microsoft.com/office/drawing/2014/main" id="{CCBDAC37-BCA3-85DE-5AC8-6A97B9D13C4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87509" y="4617660"/>
              <a:ext cx="1595930" cy="2205555"/>
            </a:xfrm>
            <a:prstGeom prst="rect">
              <a:avLst/>
            </a:prstGeom>
          </p:spPr>
        </p:pic>
        <p:pic>
          <p:nvPicPr>
            <p:cNvPr id="17" name="Picture 16" descr="A picture containing light&#10;&#10;Description automatically generated">
              <a:extLst>
                <a:ext uri="{FF2B5EF4-FFF2-40B4-BE49-F238E27FC236}">
                  <a16:creationId xmlns:a16="http://schemas.microsoft.com/office/drawing/2014/main" id="{68803537-2B60-B364-C4CB-39630D3FE30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09173" y="4057432"/>
              <a:ext cx="835076" cy="835076"/>
            </a:xfrm>
            <a:prstGeom prst="rect">
              <a:avLst/>
            </a:prstGeom>
          </p:spPr>
        </p:pic>
        <p:pic>
          <p:nvPicPr>
            <p:cNvPr id="18" name="Picture 17" descr="A picture containing icon&#10;&#10;Description automatically generated">
              <a:extLst>
                <a:ext uri="{FF2B5EF4-FFF2-40B4-BE49-F238E27FC236}">
                  <a16:creationId xmlns:a16="http://schemas.microsoft.com/office/drawing/2014/main" id="{302BDB2F-297B-30BA-CFBB-9F8A81751A5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70545" y="4057432"/>
              <a:ext cx="847269" cy="847269"/>
            </a:xfrm>
            <a:prstGeom prst="rect">
              <a:avLst/>
            </a:prstGeom>
          </p:spPr>
        </p:pic>
      </p:grpSp>
      <p:pic>
        <p:nvPicPr>
          <p:cNvPr id="20" name="Picture 19" descr="Text&#10;&#10;Description automatically generated">
            <a:extLst>
              <a:ext uri="{FF2B5EF4-FFF2-40B4-BE49-F238E27FC236}">
                <a16:creationId xmlns:a16="http://schemas.microsoft.com/office/drawing/2014/main" id="{C1FA6F56-D6EC-077E-0772-DF09D114B1FA}"/>
              </a:ext>
            </a:extLst>
          </p:cNvPr>
          <p:cNvPicPr>
            <a:picLocks noChangeAspect="1"/>
          </p:cNvPicPr>
          <p:nvPr/>
        </p:nvPicPr>
        <p:blipFill rotWithShape="1">
          <a:blip r:embed="rId5">
            <a:extLst>
              <a:ext uri="{28A0092B-C50C-407E-A947-70E740481C1C}">
                <a14:useLocalDpi xmlns:a14="http://schemas.microsoft.com/office/drawing/2010/main" val="0"/>
              </a:ext>
            </a:extLst>
          </a:blip>
          <a:srcRect l="16993" t="12818" r="11540" b="14134"/>
          <a:stretch/>
        </p:blipFill>
        <p:spPr>
          <a:xfrm>
            <a:off x="9521125" y="4510891"/>
            <a:ext cx="1595930" cy="2175009"/>
          </a:xfrm>
          <a:prstGeom prst="rect">
            <a:avLst/>
          </a:prstGeom>
        </p:spPr>
      </p:pic>
      <p:pic>
        <p:nvPicPr>
          <p:cNvPr id="22" name="Picture 21" descr="A picture containing icon&#10;&#10;Description automatically generated">
            <a:extLst>
              <a:ext uri="{FF2B5EF4-FFF2-40B4-BE49-F238E27FC236}">
                <a16:creationId xmlns:a16="http://schemas.microsoft.com/office/drawing/2014/main" id="{A3A71EA7-2BF1-48BE-5771-AC5851C434C5}"/>
              </a:ext>
            </a:extLst>
          </p:cNvPr>
          <p:cNvPicPr>
            <a:picLocks noChangeAspect="1"/>
          </p:cNvPicPr>
          <p:nvPr/>
        </p:nvPicPr>
        <p:blipFill>
          <a:blip r:embed="rId8">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9025890" y="3991314"/>
            <a:ext cx="847269" cy="847269"/>
          </a:xfrm>
          <a:prstGeom prst="rect">
            <a:avLst/>
          </a:prstGeom>
        </p:spPr>
      </p:pic>
    </p:spTree>
    <p:extLst>
      <p:ext uri="{BB962C8B-B14F-4D97-AF65-F5344CB8AC3E}">
        <p14:creationId xmlns:p14="http://schemas.microsoft.com/office/powerpoint/2010/main" val="3619832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Diagram&#10;&#10;Description automatically generated">
            <a:extLst>
              <a:ext uri="{FF2B5EF4-FFF2-40B4-BE49-F238E27FC236}">
                <a16:creationId xmlns:a16="http://schemas.microsoft.com/office/drawing/2014/main" id="{F788D0B1-FD64-568F-652D-6833FD2197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879063"/>
            <a:ext cx="5905500" cy="3295650"/>
          </a:xfrm>
          <a:prstGeom prst="rect">
            <a:avLst/>
          </a:prstGeom>
        </p:spPr>
      </p:pic>
      <p:sp>
        <p:nvSpPr>
          <p:cNvPr id="3" name="Titel 2">
            <a:extLst>
              <a:ext uri="{FF2B5EF4-FFF2-40B4-BE49-F238E27FC236}">
                <a16:creationId xmlns:a16="http://schemas.microsoft.com/office/drawing/2014/main" id="{1353F689-2E51-BF4F-AE47-7CEB7CC4C52A}"/>
              </a:ext>
            </a:extLst>
          </p:cNvPr>
          <p:cNvSpPr>
            <a:spLocks noGrp="1"/>
          </p:cNvSpPr>
          <p:nvPr>
            <p:ph type="title"/>
          </p:nvPr>
        </p:nvSpPr>
        <p:spPr/>
        <p:txBody>
          <a:bodyPr rtlCol="0"/>
          <a:lstStyle/>
          <a:p>
            <a:pPr rtl="0"/>
            <a:r>
              <a:rPr lang="nl-NL" dirty="0"/>
              <a:t>Soorten relaties</a:t>
            </a:r>
          </a:p>
        </p:txBody>
      </p:sp>
      <p:sp>
        <p:nvSpPr>
          <p:cNvPr id="4" name="Tijdelijke aanduiding voor tekst 3">
            <a:extLst>
              <a:ext uri="{FF2B5EF4-FFF2-40B4-BE49-F238E27FC236}">
                <a16:creationId xmlns:a16="http://schemas.microsoft.com/office/drawing/2014/main" id="{A17F80A9-6337-524E-AC61-32C5AFEE8E6D}"/>
              </a:ext>
            </a:extLst>
          </p:cNvPr>
          <p:cNvSpPr>
            <a:spLocks noGrp="1"/>
          </p:cNvSpPr>
          <p:nvPr>
            <p:ph type="body" sz="quarter" idx="11"/>
          </p:nvPr>
        </p:nvSpPr>
        <p:spPr>
          <a:xfrm>
            <a:off x="952499" y="2289362"/>
            <a:ext cx="4863085" cy="3689575"/>
          </a:xfrm>
        </p:spPr>
        <p:txBody>
          <a:bodyPr rtlCol="0"/>
          <a:lstStyle/>
          <a:p>
            <a:pPr rtl="0"/>
            <a:r>
              <a:rPr lang="nl-NL" dirty="0"/>
              <a:t>In het ERD rechts is een </a:t>
            </a:r>
            <a:r>
              <a:rPr lang="nl-NL" b="1" dirty="0"/>
              <a:t>koppeltabel</a:t>
            </a:r>
            <a:r>
              <a:rPr lang="nl-NL" dirty="0"/>
              <a:t> te vinden. Je herkent een koppeltabel omdat die aan de ‘meer’ kant van 2 </a:t>
            </a:r>
            <a:r>
              <a:rPr lang="nl-NL" dirty="0" err="1"/>
              <a:t>one-to-many</a:t>
            </a:r>
            <a:r>
              <a:rPr lang="nl-NL" dirty="0"/>
              <a:t> relaties ligt:</a:t>
            </a:r>
          </a:p>
          <a:p>
            <a:pPr rtl="0"/>
            <a:r>
              <a:rPr lang="nl-NL" dirty="0"/>
              <a:t>A                        Koppeltabel                       B </a:t>
            </a:r>
          </a:p>
          <a:p>
            <a:pPr rtl="0"/>
            <a:endParaRPr lang="nl-NL" dirty="0"/>
          </a:p>
          <a:p>
            <a:pPr rtl="0"/>
            <a:r>
              <a:rPr lang="nl-NL" dirty="0"/>
              <a:t>Dankzij de koppeltabel kan:</a:t>
            </a:r>
          </a:p>
          <a:p>
            <a:pPr marL="285750" indent="-285750" rtl="0">
              <a:buFont typeface="Arial" panose="020B0604020202020204" pitchFamily="34" charset="0"/>
              <a:buChar char="•"/>
            </a:pPr>
            <a:r>
              <a:rPr lang="nl-NL" dirty="0"/>
              <a:t>A (een Persoon) meerdere B (</a:t>
            </a:r>
            <a:r>
              <a:rPr lang="nl-NL" dirty="0" err="1"/>
              <a:t>PokemonKaarten</a:t>
            </a:r>
            <a:r>
              <a:rPr lang="nl-NL" dirty="0"/>
              <a:t>) hebben.</a:t>
            </a:r>
          </a:p>
          <a:p>
            <a:pPr marL="285750" indent="-285750" rtl="0">
              <a:buFont typeface="Arial" panose="020B0604020202020204" pitchFamily="34" charset="0"/>
              <a:buChar char="•"/>
            </a:pPr>
            <a:r>
              <a:rPr lang="nl-NL" dirty="0"/>
              <a:t>Een B (</a:t>
            </a:r>
            <a:r>
              <a:rPr lang="nl-NL" dirty="0" err="1"/>
              <a:t>PokemonKaart</a:t>
            </a:r>
            <a:r>
              <a:rPr lang="nl-NL" dirty="0"/>
              <a:t>) kan bij meerdere A (Personen) horen.</a:t>
            </a:r>
          </a:p>
          <a:p>
            <a:pPr rtl="0"/>
            <a:r>
              <a:rPr lang="nl-NL" dirty="0"/>
              <a:t>Een </a:t>
            </a:r>
            <a:r>
              <a:rPr lang="nl-NL" b="1" dirty="0"/>
              <a:t>koppeltabel</a:t>
            </a:r>
            <a:r>
              <a:rPr lang="nl-NL" dirty="0"/>
              <a:t> maakt een </a:t>
            </a:r>
            <a:r>
              <a:rPr lang="nl-NL" dirty="0" err="1"/>
              <a:t>many-to-many</a:t>
            </a:r>
            <a:r>
              <a:rPr lang="nl-NL" dirty="0"/>
              <a:t> relatie mogelijk tussen twee andere tabellen.</a:t>
            </a:r>
          </a:p>
        </p:txBody>
      </p:sp>
      <p:sp>
        <p:nvSpPr>
          <p:cNvPr id="7" name="Tijdelijke aanduiding voor dianumm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nl-NL" smtClean="0"/>
              <a:pPr rtl="0"/>
              <a:t>8</a:t>
            </a:fld>
            <a:endParaRPr lang="nl-NL"/>
          </a:p>
        </p:txBody>
      </p:sp>
      <p:sp>
        <p:nvSpPr>
          <p:cNvPr id="6" name="Tijdelijke aanduiding voor voettekst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pPr rtl="0"/>
            <a:r>
              <a:rPr lang="nl-NL" dirty="0"/>
              <a:t>Koppeltabellen</a:t>
            </a:r>
          </a:p>
        </p:txBody>
      </p:sp>
      <p:sp>
        <p:nvSpPr>
          <p:cNvPr id="5" name="Tijdelijke aanduiding voor datum 4">
            <a:extLst>
              <a:ext uri="{FF2B5EF4-FFF2-40B4-BE49-F238E27FC236}">
                <a16:creationId xmlns:a16="http://schemas.microsoft.com/office/drawing/2014/main" id="{2E803E71-3088-0347-9BCC-16ADB551CCC8}"/>
              </a:ext>
            </a:extLst>
          </p:cNvPr>
          <p:cNvSpPr>
            <a:spLocks noGrp="1"/>
          </p:cNvSpPr>
          <p:nvPr>
            <p:ph type="dt" sz="half" idx="14"/>
          </p:nvPr>
        </p:nvSpPr>
        <p:spPr>
          <a:xfrm>
            <a:off x="2992120" y="6332220"/>
            <a:ext cx="1313180" cy="247651"/>
          </a:xfrm>
        </p:spPr>
        <p:txBody>
          <a:bodyPr rtlCol="0"/>
          <a:lstStyle/>
          <a:p>
            <a:pPr rtl="0"/>
            <a:fld id="{E9869705-C13B-4B85-B33B-E0C7B7854E8B}" type="datetime4">
              <a:rPr lang="nl-NL" smtClean="0"/>
              <a:t>3 oktober 2023</a:t>
            </a:fld>
            <a:endParaRPr lang="nl-NL"/>
          </a:p>
        </p:txBody>
      </p:sp>
      <p:pic>
        <p:nvPicPr>
          <p:cNvPr id="14" name="Picture 13" descr="Diagram&#10;&#10;Description automatically generated">
            <a:extLst>
              <a:ext uri="{FF2B5EF4-FFF2-40B4-BE49-F238E27FC236}">
                <a16:creationId xmlns:a16="http://schemas.microsoft.com/office/drawing/2014/main" id="{96170E2A-1156-A2B8-3BDD-80014DC8ED59}"/>
              </a:ext>
            </a:extLst>
          </p:cNvPr>
          <p:cNvPicPr>
            <a:picLocks noChangeAspect="1"/>
          </p:cNvPicPr>
          <p:nvPr/>
        </p:nvPicPr>
        <p:blipFill rotWithShape="1">
          <a:blip r:embed="rId4">
            <a:extLst>
              <a:ext uri="{28A0092B-C50C-407E-A947-70E740481C1C}">
                <a14:useLocalDpi xmlns:a14="http://schemas.microsoft.com/office/drawing/2010/main" val="0"/>
              </a:ext>
            </a:extLst>
          </a:blip>
          <a:srcRect l="40581" t="19886" r="46877" b="74134"/>
          <a:stretch/>
        </p:blipFill>
        <p:spPr>
          <a:xfrm>
            <a:off x="1214884" y="3149715"/>
            <a:ext cx="1028571" cy="261813"/>
          </a:xfrm>
          <a:prstGeom prst="rect">
            <a:avLst/>
          </a:prstGeom>
        </p:spPr>
      </p:pic>
      <p:sp>
        <p:nvSpPr>
          <p:cNvPr id="2" name="Rectangle 1">
            <a:extLst>
              <a:ext uri="{FF2B5EF4-FFF2-40B4-BE49-F238E27FC236}">
                <a16:creationId xmlns:a16="http://schemas.microsoft.com/office/drawing/2014/main" id="{7516B514-B6A6-7FDE-8DE6-954336D591D2}"/>
              </a:ext>
            </a:extLst>
          </p:cNvPr>
          <p:cNvSpPr/>
          <p:nvPr/>
        </p:nvSpPr>
        <p:spPr>
          <a:xfrm>
            <a:off x="5815584" y="2526888"/>
            <a:ext cx="3337560" cy="1647825"/>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 name="Rectangle 7">
            <a:extLst>
              <a:ext uri="{FF2B5EF4-FFF2-40B4-BE49-F238E27FC236}">
                <a16:creationId xmlns:a16="http://schemas.microsoft.com/office/drawing/2014/main" id="{38CA06D9-2E02-4490-A0D9-8D719AA63912}"/>
              </a:ext>
            </a:extLst>
          </p:cNvPr>
          <p:cNvSpPr/>
          <p:nvPr/>
        </p:nvSpPr>
        <p:spPr>
          <a:xfrm>
            <a:off x="8750808" y="2020867"/>
            <a:ext cx="492252" cy="506022"/>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9" name="Picture 8" descr="Diagram&#10;&#10;Description automatically generated">
            <a:extLst>
              <a:ext uri="{FF2B5EF4-FFF2-40B4-BE49-F238E27FC236}">
                <a16:creationId xmlns:a16="http://schemas.microsoft.com/office/drawing/2014/main" id="{5FEF84B1-A38E-4F4F-2804-C9478592C9E3}"/>
              </a:ext>
            </a:extLst>
          </p:cNvPr>
          <p:cNvPicPr>
            <a:picLocks noChangeAspect="1"/>
          </p:cNvPicPr>
          <p:nvPr/>
        </p:nvPicPr>
        <p:blipFill rotWithShape="1">
          <a:blip r:embed="rId4">
            <a:extLst>
              <a:ext uri="{28A0092B-C50C-407E-A947-70E740481C1C}">
                <a14:useLocalDpi xmlns:a14="http://schemas.microsoft.com/office/drawing/2010/main" val="0"/>
              </a:ext>
            </a:extLst>
          </a:blip>
          <a:srcRect l="40581" t="19886" r="46877" b="74134"/>
          <a:stretch/>
        </p:blipFill>
        <p:spPr>
          <a:xfrm rot="10800000">
            <a:off x="3369692" y="3149715"/>
            <a:ext cx="1028571" cy="261813"/>
          </a:xfrm>
          <a:prstGeom prst="rect">
            <a:avLst/>
          </a:prstGeom>
        </p:spPr>
      </p:pic>
      <p:sp>
        <p:nvSpPr>
          <p:cNvPr id="11" name="Tijdelijke aanduiding voor tekst 3">
            <a:extLst>
              <a:ext uri="{FF2B5EF4-FFF2-40B4-BE49-F238E27FC236}">
                <a16:creationId xmlns:a16="http://schemas.microsoft.com/office/drawing/2014/main" id="{1053F5F3-DB5E-ADCB-D405-832F2FD1B413}"/>
              </a:ext>
            </a:extLst>
          </p:cNvPr>
          <p:cNvSpPr txBox="1">
            <a:spLocks/>
          </p:cNvSpPr>
          <p:nvPr/>
        </p:nvSpPr>
        <p:spPr>
          <a:xfrm>
            <a:off x="9934733" y="601429"/>
            <a:ext cx="1293244" cy="413555"/>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NL" b="1" dirty="0">
                <a:solidFill>
                  <a:schemeClr val="accent5">
                    <a:lumMod val="75000"/>
                  </a:schemeClr>
                </a:solidFill>
              </a:rPr>
              <a:t>koppeltabel</a:t>
            </a:r>
            <a:endParaRPr lang="nl-NL" dirty="0">
              <a:solidFill>
                <a:schemeClr val="accent5">
                  <a:lumMod val="75000"/>
                </a:schemeClr>
              </a:solidFill>
            </a:endParaRPr>
          </a:p>
        </p:txBody>
      </p:sp>
    </p:spTree>
    <p:extLst>
      <p:ext uri="{BB962C8B-B14F-4D97-AF65-F5344CB8AC3E}">
        <p14:creationId xmlns:p14="http://schemas.microsoft.com/office/powerpoint/2010/main" val="4097199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353F689-2E51-BF4F-AE47-7CEB7CC4C52A}"/>
              </a:ext>
            </a:extLst>
          </p:cNvPr>
          <p:cNvSpPr>
            <a:spLocks noGrp="1"/>
          </p:cNvSpPr>
          <p:nvPr>
            <p:ph type="title"/>
          </p:nvPr>
        </p:nvSpPr>
        <p:spPr/>
        <p:txBody>
          <a:bodyPr rtlCol="0"/>
          <a:lstStyle/>
          <a:p>
            <a:pPr rtl="0"/>
            <a:r>
              <a:rPr lang="nl-NL" dirty="0"/>
              <a:t>Soorten relaties</a:t>
            </a:r>
          </a:p>
        </p:txBody>
      </p:sp>
      <p:sp>
        <p:nvSpPr>
          <p:cNvPr id="4" name="Tijdelijke aanduiding voor tekst 3">
            <a:extLst>
              <a:ext uri="{FF2B5EF4-FFF2-40B4-BE49-F238E27FC236}">
                <a16:creationId xmlns:a16="http://schemas.microsoft.com/office/drawing/2014/main" id="{A17F80A9-6337-524E-AC61-32C5AFEE8E6D}"/>
              </a:ext>
            </a:extLst>
          </p:cNvPr>
          <p:cNvSpPr>
            <a:spLocks noGrp="1"/>
          </p:cNvSpPr>
          <p:nvPr>
            <p:ph type="body" sz="quarter" idx="11"/>
          </p:nvPr>
        </p:nvSpPr>
        <p:spPr>
          <a:xfrm>
            <a:off x="952499" y="2289362"/>
            <a:ext cx="4572001" cy="3151317"/>
          </a:xfrm>
        </p:spPr>
        <p:txBody>
          <a:bodyPr vert="horz" lIns="0" tIns="0" rIns="0" bIns="0" rtlCol="0" anchor="t">
            <a:noAutofit/>
          </a:bodyPr>
          <a:lstStyle/>
          <a:p>
            <a:pPr rtl="0"/>
            <a:r>
              <a:rPr lang="nl-NL" dirty="0"/>
              <a:t>Een </a:t>
            </a:r>
            <a:r>
              <a:rPr lang="nl-NL" b="1" dirty="0"/>
              <a:t>koppeltabel</a:t>
            </a:r>
            <a:r>
              <a:rPr lang="nl-NL" dirty="0"/>
              <a:t> maakt dus een </a:t>
            </a:r>
            <a:r>
              <a:rPr lang="nl-NL" dirty="0" err="1"/>
              <a:t>many-to-many</a:t>
            </a:r>
            <a:r>
              <a:rPr lang="nl-NL" dirty="0"/>
              <a:t> relatie mogelijk.</a:t>
            </a:r>
          </a:p>
          <a:p>
            <a:r>
              <a:rPr lang="nl-NL" b="1" dirty="0">
                <a:solidFill>
                  <a:schemeClr val="accent5">
                    <a:lumMod val="75000"/>
                  </a:schemeClr>
                </a:solidFill>
              </a:rPr>
              <a:t>Let wel op: </a:t>
            </a:r>
            <a:r>
              <a:rPr lang="nl-NL" dirty="0">
                <a:solidFill>
                  <a:schemeClr val="accent5">
                    <a:lumMod val="75000"/>
                  </a:schemeClr>
                </a:solidFill>
              </a:rPr>
              <a:t>een directe </a:t>
            </a:r>
            <a:r>
              <a:rPr lang="nl-NL" dirty="0" err="1">
                <a:solidFill>
                  <a:schemeClr val="accent5">
                    <a:lumMod val="75000"/>
                  </a:schemeClr>
                </a:solidFill>
              </a:rPr>
              <a:t>many-to-many</a:t>
            </a:r>
            <a:r>
              <a:rPr lang="nl-NL" dirty="0">
                <a:solidFill>
                  <a:schemeClr val="accent5">
                    <a:lumMod val="75000"/>
                  </a:schemeClr>
                </a:solidFill>
              </a:rPr>
              <a:t> </a:t>
            </a:r>
            <a:r>
              <a:rPr lang="nl-NL" b="1" dirty="0">
                <a:solidFill>
                  <a:schemeClr val="accent5">
                    <a:lumMod val="75000"/>
                  </a:schemeClr>
                </a:solidFill>
              </a:rPr>
              <a:t>bestaat </a:t>
            </a:r>
            <a:r>
              <a:rPr lang="nl-NL" b="1" u="sng" dirty="0">
                <a:solidFill>
                  <a:schemeClr val="accent5">
                    <a:lumMod val="75000"/>
                  </a:schemeClr>
                </a:solidFill>
              </a:rPr>
              <a:t>niet</a:t>
            </a:r>
            <a:r>
              <a:rPr lang="nl-NL" dirty="0">
                <a:solidFill>
                  <a:schemeClr val="accent5">
                    <a:lumMod val="75000"/>
                  </a:schemeClr>
                </a:solidFill>
              </a:rPr>
              <a:t>. Je kunt dus herkennen dat er een fout in je ERD is als je dit ziet tussen twee tabellen:</a:t>
            </a:r>
          </a:p>
          <a:p>
            <a:pPr rtl="0"/>
            <a:r>
              <a:rPr lang="nl-NL" dirty="0"/>
              <a:t>Er moet </a:t>
            </a:r>
            <a:r>
              <a:rPr lang="nl-NL" b="1" dirty="0"/>
              <a:t>altijd</a:t>
            </a:r>
            <a:r>
              <a:rPr lang="nl-NL" dirty="0"/>
              <a:t> een koppeltabel zijn voor een </a:t>
            </a:r>
            <a:r>
              <a:rPr lang="nl-NL" dirty="0" err="1"/>
              <a:t>many-to-many</a:t>
            </a:r>
            <a:r>
              <a:rPr lang="nl-NL" dirty="0"/>
              <a:t> relatie.</a:t>
            </a:r>
          </a:p>
        </p:txBody>
      </p:sp>
      <p:sp>
        <p:nvSpPr>
          <p:cNvPr id="7" name="Tijdelijke aanduiding voor dianumm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nl-NL" smtClean="0"/>
              <a:pPr rtl="0"/>
              <a:t>9</a:t>
            </a:fld>
            <a:endParaRPr lang="nl-NL"/>
          </a:p>
        </p:txBody>
      </p:sp>
      <p:sp>
        <p:nvSpPr>
          <p:cNvPr id="6" name="Tijdelijke aanduiding voor voettekst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pPr rtl="0"/>
            <a:r>
              <a:rPr lang="nl-NL" dirty="0"/>
              <a:t>Koppeltabellen</a:t>
            </a:r>
          </a:p>
        </p:txBody>
      </p:sp>
      <p:sp>
        <p:nvSpPr>
          <p:cNvPr id="5" name="Tijdelijke aanduiding voor datum 4">
            <a:extLst>
              <a:ext uri="{FF2B5EF4-FFF2-40B4-BE49-F238E27FC236}">
                <a16:creationId xmlns:a16="http://schemas.microsoft.com/office/drawing/2014/main" id="{2E803E71-3088-0347-9BCC-16ADB551CCC8}"/>
              </a:ext>
            </a:extLst>
          </p:cNvPr>
          <p:cNvSpPr>
            <a:spLocks noGrp="1"/>
          </p:cNvSpPr>
          <p:nvPr>
            <p:ph type="dt" sz="half" idx="14"/>
          </p:nvPr>
        </p:nvSpPr>
        <p:spPr>
          <a:xfrm>
            <a:off x="2992120" y="6332220"/>
            <a:ext cx="1313180" cy="247651"/>
          </a:xfrm>
        </p:spPr>
        <p:txBody>
          <a:bodyPr rtlCol="0"/>
          <a:lstStyle/>
          <a:p>
            <a:pPr rtl="0"/>
            <a:fld id="{E9869705-C13B-4B85-B33B-E0C7B7854E8B}" type="datetime4">
              <a:rPr lang="nl-NL" smtClean="0"/>
              <a:t>3 oktober 2023</a:t>
            </a:fld>
            <a:endParaRPr lang="nl-NL"/>
          </a:p>
        </p:txBody>
      </p:sp>
      <p:grpSp>
        <p:nvGrpSpPr>
          <p:cNvPr id="12" name="Group 11">
            <a:extLst>
              <a:ext uri="{FF2B5EF4-FFF2-40B4-BE49-F238E27FC236}">
                <a16:creationId xmlns:a16="http://schemas.microsoft.com/office/drawing/2014/main" id="{E45EB3CC-E863-0484-F3D6-0150D5847B54}"/>
              </a:ext>
            </a:extLst>
          </p:cNvPr>
          <p:cNvGrpSpPr/>
          <p:nvPr/>
        </p:nvGrpSpPr>
        <p:grpSpPr>
          <a:xfrm>
            <a:off x="4040768" y="3429000"/>
            <a:ext cx="816982" cy="259099"/>
            <a:chOff x="3038856" y="3492570"/>
            <a:chExt cx="816982" cy="259099"/>
          </a:xfrm>
        </p:grpSpPr>
        <p:pic>
          <p:nvPicPr>
            <p:cNvPr id="14" name="Picture 13" descr="Diagram&#10;&#10;Description automatically generated">
              <a:extLst>
                <a:ext uri="{FF2B5EF4-FFF2-40B4-BE49-F238E27FC236}">
                  <a16:creationId xmlns:a16="http://schemas.microsoft.com/office/drawing/2014/main" id="{96170E2A-1156-A2B8-3BDD-80014DC8ED59}"/>
                </a:ext>
              </a:extLst>
            </p:cNvPr>
            <p:cNvPicPr>
              <a:picLocks noChangeAspect="1"/>
            </p:cNvPicPr>
            <p:nvPr/>
          </p:nvPicPr>
          <p:blipFill rotWithShape="1">
            <a:blip r:embed="rId3">
              <a:extLst>
                <a:ext uri="{28A0092B-C50C-407E-A947-70E740481C1C}">
                  <a14:useLocalDpi xmlns:a14="http://schemas.microsoft.com/office/drawing/2010/main" val="0"/>
                </a:ext>
              </a:extLst>
            </a:blip>
            <a:srcRect l="43530" t="19886" r="46877" b="74562"/>
            <a:stretch/>
          </p:blipFill>
          <p:spPr>
            <a:xfrm>
              <a:off x="3038856" y="3495894"/>
              <a:ext cx="816982" cy="252452"/>
            </a:xfrm>
            <a:prstGeom prst="rect">
              <a:avLst/>
            </a:prstGeom>
          </p:spPr>
        </p:pic>
        <p:pic>
          <p:nvPicPr>
            <p:cNvPr id="9" name="Picture 8" descr="Diagram&#10;&#10;Description automatically generated">
              <a:extLst>
                <a:ext uri="{FF2B5EF4-FFF2-40B4-BE49-F238E27FC236}">
                  <a16:creationId xmlns:a16="http://schemas.microsoft.com/office/drawing/2014/main" id="{5FEF84B1-A38E-4F4F-2804-C9478592C9E3}"/>
                </a:ext>
              </a:extLst>
            </p:cNvPr>
            <p:cNvPicPr>
              <a:picLocks noChangeAspect="1"/>
            </p:cNvPicPr>
            <p:nvPr/>
          </p:nvPicPr>
          <p:blipFill rotWithShape="1">
            <a:blip r:embed="rId3">
              <a:extLst>
                <a:ext uri="{28A0092B-C50C-407E-A947-70E740481C1C}">
                  <a14:useLocalDpi xmlns:a14="http://schemas.microsoft.com/office/drawing/2010/main" val="0"/>
                </a:ext>
              </a:extLst>
            </a:blip>
            <a:srcRect l="51966" t="19948" r="46877" b="74134"/>
            <a:stretch/>
          </p:blipFill>
          <p:spPr>
            <a:xfrm rot="10800000">
              <a:off x="3038856" y="3492570"/>
              <a:ext cx="94869" cy="259099"/>
            </a:xfrm>
            <a:prstGeom prst="rect">
              <a:avLst/>
            </a:prstGeom>
          </p:spPr>
        </p:pic>
      </p:grpSp>
      <p:grpSp>
        <p:nvGrpSpPr>
          <p:cNvPr id="23" name="Group 22">
            <a:extLst>
              <a:ext uri="{FF2B5EF4-FFF2-40B4-BE49-F238E27FC236}">
                <a16:creationId xmlns:a16="http://schemas.microsoft.com/office/drawing/2014/main" id="{A666A64D-5272-B834-C440-24F93B65D9B7}"/>
              </a:ext>
            </a:extLst>
          </p:cNvPr>
          <p:cNvGrpSpPr/>
          <p:nvPr/>
        </p:nvGrpSpPr>
        <p:grpSpPr>
          <a:xfrm>
            <a:off x="9296613" y="801472"/>
            <a:ext cx="2400300" cy="1376907"/>
            <a:chOff x="9163051" y="4725856"/>
            <a:chExt cx="2400300" cy="1376907"/>
          </a:xfrm>
        </p:grpSpPr>
        <p:pic>
          <p:nvPicPr>
            <p:cNvPr id="17" name="Picture 16" descr="Diagram&#10;&#10;Description automatically generated">
              <a:extLst>
                <a:ext uri="{FF2B5EF4-FFF2-40B4-BE49-F238E27FC236}">
                  <a16:creationId xmlns:a16="http://schemas.microsoft.com/office/drawing/2014/main" id="{363D8A8F-DA76-92A6-B72D-B88D610428B2}"/>
                </a:ext>
              </a:extLst>
            </p:cNvPr>
            <p:cNvPicPr>
              <a:picLocks noChangeAspect="1"/>
            </p:cNvPicPr>
            <p:nvPr/>
          </p:nvPicPr>
          <p:blipFill rotWithShape="1">
            <a:blip r:embed="rId4">
              <a:extLst>
                <a:ext uri="{28A0092B-C50C-407E-A947-70E740481C1C}">
                  <a14:useLocalDpi xmlns:a14="http://schemas.microsoft.com/office/drawing/2010/main" val="0"/>
                </a:ext>
              </a:extLst>
            </a:blip>
            <a:srcRect l="53095" t="62037" r="6260" b="-59"/>
            <a:stretch/>
          </p:blipFill>
          <p:spPr>
            <a:xfrm>
              <a:off x="9163051" y="4725856"/>
              <a:ext cx="2400300" cy="1253081"/>
            </a:xfrm>
            <a:prstGeom prst="rect">
              <a:avLst/>
            </a:prstGeom>
          </p:spPr>
        </p:pic>
        <p:pic>
          <p:nvPicPr>
            <p:cNvPr id="18" name="Picture 17" descr="Diagram&#10;&#10;Description automatically generated">
              <a:extLst>
                <a:ext uri="{FF2B5EF4-FFF2-40B4-BE49-F238E27FC236}">
                  <a16:creationId xmlns:a16="http://schemas.microsoft.com/office/drawing/2014/main" id="{B454A1F3-A96D-DBBD-B809-C7DBF636DB5F}"/>
                </a:ext>
              </a:extLst>
            </p:cNvPr>
            <p:cNvPicPr>
              <a:picLocks noChangeAspect="1"/>
            </p:cNvPicPr>
            <p:nvPr/>
          </p:nvPicPr>
          <p:blipFill rotWithShape="1">
            <a:blip r:embed="rId4">
              <a:extLst>
                <a:ext uri="{28A0092B-C50C-407E-A947-70E740481C1C}">
                  <a14:useLocalDpi xmlns:a14="http://schemas.microsoft.com/office/drawing/2010/main" val="0"/>
                </a:ext>
              </a:extLst>
            </a:blip>
            <a:srcRect l="53227" t="16968" r="6411" b="75517"/>
            <a:stretch/>
          </p:blipFill>
          <p:spPr>
            <a:xfrm>
              <a:off x="9171385" y="5855111"/>
              <a:ext cx="2383631" cy="247652"/>
            </a:xfrm>
            <a:prstGeom prst="rect">
              <a:avLst/>
            </a:prstGeom>
          </p:spPr>
        </p:pic>
      </p:grpSp>
      <p:grpSp>
        <p:nvGrpSpPr>
          <p:cNvPr id="24" name="Group 23">
            <a:extLst>
              <a:ext uri="{FF2B5EF4-FFF2-40B4-BE49-F238E27FC236}">
                <a16:creationId xmlns:a16="http://schemas.microsoft.com/office/drawing/2014/main" id="{07B32957-2C77-294E-035B-0F723BF69A82}"/>
              </a:ext>
            </a:extLst>
          </p:cNvPr>
          <p:cNvGrpSpPr/>
          <p:nvPr/>
        </p:nvGrpSpPr>
        <p:grpSpPr>
          <a:xfrm>
            <a:off x="6096000" y="523412"/>
            <a:ext cx="2400300" cy="1661594"/>
            <a:chOff x="5524500" y="4428056"/>
            <a:chExt cx="2400300" cy="1661594"/>
          </a:xfrm>
        </p:grpSpPr>
        <p:pic>
          <p:nvPicPr>
            <p:cNvPr id="10" name="Picture 9" descr="Diagram&#10;&#10;Description automatically generated">
              <a:extLst>
                <a:ext uri="{FF2B5EF4-FFF2-40B4-BE49-F238E27FC236}">
                  <a16:creationId xmlns:a16="http://schemas.microsoft.com/office/drawing/2014/main" id="{F788D0B1-FD64-568F-652D-6833FD2197BC}"/>
                </a:ext>
              </a:extLst>
            </p:cNvPr>
            <p:cNvPicPr>
              <a:picLocks noChangeAspect="1"/>
            </p:cNvPicPr>
            <p:nvPr/>
          </p:nvPicPr>
          <p:blipFill rotWithShape="1">
            <a:blip r:embed="rId4">
              <a:extLst>
                <a:ext uri="{28A0092B-C50C-407E-A947-70E740481C1C}">
                  <a14:useLocalDpi xmlns:a14="http://schemas.microsoft.com/office/drawing/2010/main" val="0"/>
                </a:ext>
              </a:extLst>
            </a:blip>
            <a:srcRect r="59355" b="52941"/>
            <a:stretch/>
          </p:blipFill>
          <p:spPr>
            <a:xfrm>
              <a:off x="5524500" y="4428056"/>
              <a:ext cx="2400300" cy="1550881"/>
            </a:xfrm>
            <a:prstGeom prst="rect">
              <a:avLst/>
            </a:prstGeom>
          </p:spPr>
        </p:pic>
        <p:pic>
          <p:nvPicPr>
            <p:cNvPr id="19" name="Picture 18" descr="Diagram&#10;&#10;Description automatically generated">
              <a:extLst>
                <a:ext uri="{FF2B5EF4-FFF2-40B4-BE49-F238E27FC236}">
                  <a16:creationId xmlns:a16="http://schemas.microsoft.com/office/drawing/2014/main" id="{BD7E82B6-7ECE-1F12-5CA7-978131C1572F}"/>
                </a:ext>
              </a:extLst>
            </p:cNvPr>
            <p:cNvPicPr>
              <a:picLocks noChangeAspect="1"/>
            </p:cNvPicPr>
            <p:nvPr/>
          </p:nvPicPr>
          <p:blipFill rotWithShape="1">
            <a:blip r:embed="rId4">
              <a:extLst>
                <a:ext uri="{28A0092B-C50C-407E-A947-70E740481C1C}">
                  <a14:useLocalDpi xmlns:a14="http://schemas.microsoft.com/office/drawing/2010/main" val="0"/>
                </a:ext>
              </a:extLst>
            </a:blip>
            <a:srcRect l="53227" t="9994" r="6411" b="82877"/>
            <a:stretch/>
          </p:blipFill>
          <p:spPr>
            <a:xfrm>
              <a:off x="5524500" y="5854700"/>
              <a:ext cx="2383631" cy="234950"/>
            </a:xfrm>
            <a:prstGeom prst="rect">
              <a:avLst/>
            </a:prstGeom>
          </p:spPr>
        </p:pic>
      </p:grpSp>
      <p:grpSp>
        <p:nvGrpSpPr>
          <p:cNvPr id="20" name="Group 19">
            <a:extLst>
              <a:ext uri="{FF2B5EF4-FFF2-40B4-BE49-F238E27FC236}">
                <a16:creationId xmlns:a16="http://schemas.microsoft.com/office/drawing/2014/main" id="{A15BFCE0-9A63-77CB-D209-FAAC69FB9CAE}"/>
              </a:ext>
            </a:extLst>
          </p:cNvPr>
          <p:cNvGrpSpPr/>
          <p:nvPr/>
        </p:nvGrpSpPr>
        <p:grpSpPr>
          <a:xfrm>
            <a:off x="8488680" y="1925003"/>
            <a:ext cx="816982" cy="259099"/>
            <a:chOff x="3038856" y="3492570"/>
            <a:chExt cx="816982" cy="259099"/>
          </a:xfrm>
        </p:grpSpPr>
        <p:pic>
          <p:nvPicPr>
            <p:cNvPr id="21" name="Picture 20" descr="Diagram&#10;&#10;Description automatically generated">
              <a:extLst>
                <a:ext uri="{FF2B5EF4-FFF2-40B4-BE49-F238E27FC236}">
                  <a16:creationId xmlns:a16="http://schemas.microsoft.com/office/drawing/2014/main" id="{0E004293-8461-EE26-A7DA-0A6FC283A958}"/>
                </a:ext>
              </a:extLst>
            </p:cNvPr>
            <p:cNvPicPr>
              <a:picLocks noChangeAspect="1"/>
            </p:cNvPicPr>
            <p:nvPr/>
          </p:nvPicPr>
          <p:blipFill rotWithShape="1">
            <a:blip r:embed="rId3">
              <a:extLst>
                <a:ext uri="{28A0092B-C50C-407E-A947-70E740481C1C}">
                  <a14:useLocalDpi xmlns:a14="http://schemas.microsoft.com/office/drawing/2010/main" val="0"/>
                </a:ext>
              </a:extLst>
            </a:blip>
            <a:srcRect l="43530" t="19886" r="46877" b="74562"/>
            <a:stretch/>
          </p:blipFill>
          <p:spPr>
            <a:xfrm>
              <a:off x="3038856" y="3495894"/>
              <a:ext cx="816982" cy="252452"/>
            </a:xfrm>
            <a:prstGeom prst="rect">
              <a:avLst/>
            </a:prstGeom>
          </p:spPr>
        </p:pic>
        <p:pic>
          <p:nvPicPr>
            <p:cNvPr id="22" name="Picture 21" descr="Diagram&#10;&#10;Description automatically generated">
              <a:extLst>
                <a:ext uri="{FF2B5EF4-FFF2-40B4-BE49-F238E27FC236}">
                  <a16:creationId xmlns:a16="http://schemas.microsoft.com/office/drawing/2014/main" id="{4C7B29CD-6E1F-4179-0CE5-C0A7AEA2A785}"/>
                </a:ext>
              </a:extLst>
            </p:cNvPr>
            <p:cNvPicPr>
              <a:picLocks noChangeAspect="1"/>
            </p:cNvPicPr>
            <p:nvPr/>
          </p:nvPicPr>
          <p:blipFill rotWithShape="1">
            <a:blip r:embed="rId3">
              <a:extLst>
                <a:ext uri="{28A0092B-C50C-407E-A947-70E740481C1C}">
                  <a14:useLocalDpi xmlns:a14="http://schemas.microsoft.com/office/drawing/2010/main" val="0"/>
                </a:ext>
              </a:extLst>
            </a:blip>
            <a:srcRect l="51966" t="19948" r="46877" b="74134"/>
            <a:stretch/>
          </p:blipFill>
          <p:spPr>
            <a:xfrm rot="10800000">
              <a:off x="3038856" y="3492570"/>
              <a:ext cx="94869" cy="259099"/>
            </a:xfrm>
            <a:prstGeom prst="rect">
              <a:avLst/>
            </a:prstGeom>
          </p:spPr>
        </p:pic>
      </p:grpSp>
      <p:sp>
        <p:nvSpPr>
          <p:cNvPr id="25" name="Multiplication Sign 24">
            <a:extLst>
              <a:ext uri="{FF2B5EF4-FFF2-40B4-BE49-F238E27FC236}">
                <a16:creationId xmlns:a16="http://schemas.microsoft.com/office/drawing/2014/main" id="{724D5DE7-9748-2147-54C2-D599F4FD0E41}"/>
              </a:ext>
            </a:extLst>
          </p:cNvPr>
          <p:cNvSpPr/>
          <p:nvPr/>
        </p:nvSpPr>
        <p:spPr>
          <a:xfrm>
            <a:off x="7237691" y="460956"/>
            <a:ext cx="3084910" cy="2295525"/>
          </a:xfrm>
          <a:prstGeom prst="mathMultiply">
            <a:avLst/>
          </a:prstGeom>
          <a:solidFill>
            <a:srgbClr val="BB431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7" name="TextBox 26">
            <a:extLst>
              <a:ext uri="{FF2B5EF4-FFF2-40B4-BE49-F238E27FC236}">
                <a16:creationId xmlns:a16="http://schemas.microsoft.com/office/drawing/2014/main" id="{7A9087E8-4891-262F-9C5D-5ADD55CAC1B9}"/>
              </a:ext>
            </a:extLst>
          </p:cNvPr>
          <p:cNvSpPr txBox="1"/>
          <p:nvPr/>
        </p:nvSpPr>
        <p:spPr>
          <a:xfrm>
            <a:off x="8332008" y="296325"/>
            <a:ext cx="1438063" cy="369332"/>
          </a:xfrm>
          <a:prstGeom prst="rect">
            <a:avLst/>
          </a:prstGeom>
          <a:noFill/>
        </p:spPr>
        <p:txBody>
          <a:bodyPr wrap="square">
            <a:spAutoFit/>
          </a:bodyPr>
          <a:lstStyle/>
          <a:p>
            <a:r>
              <a:rPr lang="nl-NL" b="1" dirty="0">
                <a:solidFill>
                  <a:schemeClr val="accent5">
                    <a:lumMod val="75000"/>
                  </a:schemeClr>
                </a:solidFill>
              </a:rPr>
              <a:t>Kan nooit!</a:t>
            </a:r>
          </a:p>
        </p:txBody>
      </p:sp>
      <p:sp>
        <p:nvSpPr>
          <p:cNvPr id="28" name="TextBox 27">
            <a:extLst>
              <a:ext uri="{FF2B5EF4-FFF2-40B4-BE49-F238E27FC236}">
                <a16:creationId xmlns:a16="http://schemas.microsoft.com/office/drawing/2014/main" id="{FA67B6C1-5C5A-C050-D265-0C2C64DAEAE0}"/>
              </a:ext>
            </a:extLst>
          </p:cNvPr>
          <p:cNvSpPr txBox="1"/>
          <p:nvPr/>
        </p:nvSpPr>
        <p:spPr>
          <a:xfrm>
            <a:off x="6883199" y="2474965"/>
            <a:ext cx="5089726" cy="3416320"/>
          </a:xfrm>
          <a:prstGeom prst="rect">
            <a:avLst/>
          </a:prstGeom>
          <a:noFill/>
        </p:spPr>
        <p:txBody>
          <a:bodyPr wrap="square">
            <a:spAutoFit/>
          </a:bodyPr>
          <a:lstStyle/>
          <a:p>
            <a:r>
              <a:rPr lang="nl-NL" b="1" dirty="0">
                <a:solidFill>
                  <a:schemeClr val="accent5">
                    <a:lumMod val="75000"/>
                  </a:schemeClr>
                </a:solidFill>
              </a:rPr>
              <a:t>Want:</a:t>
            </a:r>
          </a:p>
          <a:p>
            <a:pPr marL="285750" indent="-285750">
              <a:buFontTx/>
              <a:buChar char="-"/>
            </a:pPr>
            <a:r>
              <a:rPr lang="nl-NL" dirty="0">
                <a:solidFill>
                  <a:schemeClr val="accent5">
                    <a:lumMod val="75000"/>
                  </a:schemeClr>
                </a:solidFill>
              </a:rPr>
              <a:t>Als </a:t>
            </a:r>
            <a:r>
              <a:rPr lang="nl-NL" dirty="0" err="1">
                <a:solidFill>
                  <a:schemeClr val="accent5">
                    <a:lumMod val="75000"/>
                  </a:schemeClr>
                </a:solidFill>
              </a:rPr>
              <a:t>PokemonKaartId</a:t>
            </a:r>
            <a:r>
              <a:rPr lang="nl-NL" dirty="0">
                <a:solidFill>
                  <a:schemeClr val="accent5">
                    <a:lumMod val="75000"/>
                  </a:schemeClr>
                </a:solidFill>
              </a:rPr>
              <a:t> is ingevuld bij een Persoon, kan die dus maar 1 Pokémon kaart hebben.</a:t>
            </a:r>
          </a:p>
          <a:p>
            <a:pPr marL="285750" indent="-285750">
              <a:buFontTx/>
              <a:buChar char="-"/>
            </a:pPr>
            <a:endParaRPr lang="nl-NL" dirty="0">
              <a:solidFill>
                <a:schemeClr val="accent5">
                  <a:lumMod val="75000"/>
                </a:schemeClr>
              </a:solidFill>
            </a:endParaRPr>
          </a:p>
          <a:p>
            <a:pPr marL="285750" indent="-285750">
              <a:buFontTx/>
              <a:buChar char="-"/>
            </a:pPr>
            <a:r>
              <a:rPr lang="nl-NL" dirty="0">
                <a:solidFill>
                  <a:schemeClr val="accent5">
                    <a:lumMod val="75000"/>
                  </a:schemeClr>
                </a:solidFill>
              </a:rPr>
              <a:t>Als </a:t>
            </a:r>
            <a:r>
              <a:rPr lang="nl-NL" dirty="0" err="1">
                <a:solidFill>
                  <a:schemeClr val="accent5">
                    <a:lumMod val="75000"/>
                  </a:schemeClr>
                </a:solidFill>
              </a:rPr>
              <a:t>PersoonId</a:t>
            </a:r>
            <a:r>
              <a:rPr lang="nl-NL" dirty="0">
                <a:solidFill>
                  <a:schemeClr val="accent5">
                    <a:lumMod val="75000"/>
                  </a:schemeClr>
                </a:solidFill>
              </a:rPr>
              <a:t> is ingevuld bij </a:t>
            </a:r>
            <a:r>
              <a:rPr lang="nl-NL" dirty="0" err="1">
                <a:solidFill>
                  <a:schemeClr val="accent5">
                    <a:lumMod val="75000"/>
                  </a:schemeClr>
                </a:solidFill>
              </a:rPr>
              <a:t>PokemonKaart</a:t>
            </a:r>
            <a:r>
              <a:rPr lang="nl-NL" dirty="0">
                <a:solidFill>
                  <a:schemeClr val="accent5">
                    <a:lumMod val="75000"/>
                  </a:schemeClr>
                </a:solidFill>
              </a:rPr>
              <a:t>, kan die dus maar bij 1 Persoon horen.</a:t>
            </a:r>
          </a:p>
          <a:p>
            <a:pPr marL="285750" indent="-285750">
              <a:buFontTx/>
              <a:buChar char="-"/>
            </a:pPr>
            <a:endParaRPr lang="nl-NL" dirty="0">
              <a:solidFill>
                <a:schemeClr val="accent5">
                  <a:lumMod val="75000"/>
                </a:schemeClr>
              </a:solidFill>
            </a:endParaRPr>
          </a:p>
          <a:p>
            <a:pPr marL="285750" indent="-285750">
              <a:buFontTx/>
              <a:buChar char="-"/>
            </a:pPr>
            <a:r>
              <a:rPr lang="nl-NL" dirty="0">
                <a:solidFill>
                  <a:schemeClr val="accent5">
                    <a:lumMod val="75000"/>
                  </a:schemeClr>
                </a:solidFill>
              </a:rPr>
              <a:t>Een kolom kan nooit meerdere gegevens bevatten. Denk dus niet ‘dan maak je het toch een array’ als kolomtype, want arrays gebruik je niet in de database.</a:t>
            </a:r>
          </a:p>
        </p:txBody>
      </p:sp>
    </p:spTree>
    <p:extLst>
      <p:ext uri="{BB962C8B-B14F-4D97-AF65-F5344CB8AC3E}">
        <p14:creationId xmlns:p14="http://schemas.microsoft.com/office/powerpoint/2010/main" val="1486982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353F689-2E51-BF4F-AE47-7CEB7CC4C52A}"/>
              </a:ext>
            </a:extLst>
          </p:cNvPr>
          <p:cNvSpPr>
            <a:spLocks noGrp="1"/>
          </p:cNvSpPr>
          <p:nvPr>
            <p:ph type="title"/>
          </p:nvPr>
        </p:nvSpPr>
        <p:spPr/>
        <p:txBody>
          <a:bodyPr rtlCol="0"/>
          <a:lstStyle/>
          <a:p>
            <a:pPr rtl="0"/>
            <a:r>
              <a:rPr lang="nl-NL" dirty="0"/>
              <a:t>Soorten relaties</a:t>
            </a:r>
          </a:p>
        </p:txBody>
      </p:sp>
      <p:sp>
        <p:nvSpPr>
          <p:cNvPr id="4" name="Tijdelijke aanduiding voor tekst 3">
            <a:extLst>
              <a:ext uri="{FF2B5EF4-FFF2-40B4-BE49-F238E27FC236}">
                <a16:creationId xmlns:a16="http://schemas.microsoft.com/office/drawing/2014/main" id="{A17F80A9-6337-524E-AC61-32C5AFEE8E6D}"/>
              </a:ext>
            </a:extLst>
          </p:cNvPr>
          <p:cNvSpPr>
            <a:spLocks noGrp="1"/>
          </p:cNvSpPr>
          <p:nvPr>
            <p:ph type="body" sz="quarter" idx="11"/>
          </p:nvPr>
        </p:nvSpPr>
        <p:spPr>
          <a:xfrm>
            <a:off x="952499" y="2289362"/>
            <a:ext cx="4572001" cy="3151317"/>
          </a:xfrm>
        </p:spPr>
        <p:txBody>
          <a:bodyPr rtlCol="0"/>
          <a:lstStyle/>
          <a:p>
            <a:pPr rtl="0"/>
            <a:r>
              <a:rPr lang="nl-NL" dirty="0"/>
              <a:t>In het Engels wordt een koppeltabel een ‘pivot </a:t>
            </a:r>
            <a:r>
              <a:rPr lang="nl-NL" dirty="0" err="1"/>
              <a:t>table</a:t>
            </a:r>
            <a:r>
              <a:rPr lang="nl-NL" dirty="0"/>
              <a:t>’ genoemd:</a:t>
            </a:r>
          </a:p>
        </p:txBody>
      </p:sp>
      <p:sp>
        <p:nvSpPr>
          <p:cNvPr id="7" name="Tijdelijke aanduiding voor dianumm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nl-NL" smtClean="0"/>
              <a:pPr rtl="0"/>
              <a:t>10</a:t>
            </a:fld>
            <a:endParaRPr lang="nl-NL"/>
          </a:p>
        </p:txBody>
      </p:sp>
      <p:sp>
        <p:nvSpPr>
          <p:cNvPr id="6" name="Tijdelijke aanduiding voor voettekst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pPr rtl="0"/>
            <a:r>
              <a:rPr lang="nl-NL" dirty="0"/>
              <a:t>Koppeltabellen</a:t>
            </a:r>
          </a:p>
        </p:txBody>
      </p:sp>
      <p:sp>
        <p:nvSpPr>
          <p:cNvPr id="5" name="Tijdelijke aanduiding voor datum 4">
            <a:extLst>
              <a:ext uri="{FF2B5EF4-FFF2-40B4-BE49-F238E27FC236}">
                <a16:creationId xmlns:a16="http://schemas.microsoft.com/office/drawing/2014/main" id="{2E803E71-3088-0347-9BCC-16ADB551CCC8}"/>
              </a:ext>
            </a:extLst>
          </p:cNvPr>
          <p:cNvSpPr>
            <a:spLocks noGrp="1"/>
          </p:cNvSpPr>
          <p:nvPr>
            <p:ph type="dt" sz="half" idx="14"/>
          </p:nvPr>
        </p:nvSpPr>
        <p:spPr>
          <a:xfrm>
            <a:off x="2992120" y="6332220"/>
            <a:ext cx="1313180" cy="247651"/>
          </a:xfrm>
        </p:spPr>
        <p:txBody>
          <a:bodyPr rtlCol="0"/>
          <a:lstStyle/>
          <a:p>
            <a:pPr rtl="0"/>
            <a:fld id="{E9869705-C13B-4B85-B33B-E0C7B7854E8B}" type="datetime4">
              <a:rPr lang="nl-NL" smtClean="0"/>
              <a:t>3 oktober 2023</a:t>
            </a:fld>
            <a:endParaRPr lang="nl-NL"/>
          </a:p>
        </p:txBody>
      </p:sp>
      <p:pic>
        <p:nvPicPr>
          <p:cNvPr id="12" name="Picture 11" descr="Diagram&#10;&#10;Description automatically generated">
            <a:extLst>
              <a:ext uri="{FF2B5EF4-FFF2-40B4-BE49-F238E27FC236}">
                <a16:creationId xmlns:a16="http://schemas.microsoft.com/office/drawing/2014/main" id="{E22A9CB2-22EE-0142-4AB1-DDB0DB51E0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879063"/>
            <a:ext cx="5905500" cy="3295650"/>
          </a:xfrm>
          <a:prstGeom prst="rect">
            <a:avLst/>
          </a:prstGeom>
        </p:spPr>
      </p:pic>
      <p:pic>
        <p:nvPicPr>
          <p:cNvPr id="15" name="Picture 14">
            <a:extLst>
              <a:ext uri="{FF2B5EF4-FFF2-40B4-BE49-F238E27FC236}">
                <a16:creationId xmlns:a16="http://schemas.microsoft.com/office/drawing/2014/main" id="{EEEFF1B8-714F-0D34-4515-8C22F33B1597}"/>
              </a:ext>
            </a:extLst>
          </p:cNvPr>
          <p:cNvPicPr>
            <a:picLocks noChangeAspect="1"/>
          </p:cNvPicPr>
          <p:nvPr/>
        </p:nvPicPr>
        <p:blipFill>
          <a:blip r:embed="rId4"/>
          <a:stretch>
            <a:fillRect/>
          </a:stretch>
        </p:blipFill>
        <p:spPr>
          <a:xfrm>
            <a:off x="952499" y="2877984"/>
            <a:ext cx="4953002" cy="1052703"/>
          </a:xfrm>
          <a:prstGeom prst="rect">
            <a:avLst/>
          </a:prstGeom>
        </p:spPr>
      </p:pic>
    </p:spTree>
    <p:extLst>
      <p:ext uri="{BB962C8B-B14F-4D97-AF65-F5344CB8AC3E}">
        <p14:creationId xmlns:p14="http://schemas.microsoft.com/office/powerpoint/2010/main" val="4205691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353F689-2E51-BF4F-AE47-7CEB7CC4C52A}"/>
              </a:ext>
            </a:extLst>
          </p:cNvPr>
          <p:cNvSpPr>
            <a:spLocks noGrp="1"/>
          </p:cNvSpPr>
          <p:nvPr>
            <p:ph type="title"/>
          </p:nvPr>
        </p:nvSpPr>
        <p:spPr/>
        <p:txBody>
          <a:bodyPr rtlCol="0"/>
          <a:lstStyle/>
          <a:p>
            <a:pPr rtl="0"/>
            <a:r>
              <a:rPr lang="nl-NL" dirty="0"/>
              <a:t>Soorten relaties</a:t>
            </a:r>
          </a:p>
        </p:txBody>
      </p:sp>
      <p:sp>
        <p:nvSpPr>
          <p:cNvPr id="4" name="Tijdelijke aanduiding voor tekst 3">
            <a:extLst>
              <a:ext uri="{FF2B5EF4-FFF2-40B4-BE49-F238E27FC236}">
                <a16:creationId xmlns:a16="http://schemas.microsoft.com/office/drawing/2014/main" id="{A17F80A9-6337-524E-AC61-32C5AFEE8E6D}"/>
              </a:ext>
            </a:extLst>
          </p:cNvPr>
          <p:cNvSpPr>
            <a:spLocks noGrp="1"/>
          </p:cNvSpPr>
          <p:nvPr>
            <p:ph type="body" sz="quarter" idx="11"/>
          </p:nvPr>
        </p:nvSpPr>
        <p:spPr>
          <a:xfrm>
            <a:off x="952499" y="2289362"/>
            <a:ext cx="4572001" cy="3151317"/>
          </a:xfrm>
        </p:spPr>
        <p:txBody>
          <a:bodyPr rtlCol="0"/>
          <a:lstStyle/>
          <a:p>
            <a:pPr rtl="0"/>
            <a:r>
              <a:rPr lang="nl-NL" dirty="0"/>
              <a:t>De conventie voor koppeltabellen is:</a:t>
            </a:r>
          </a:p>
          <a:p>
            <a:pPr marL="285750" indent="-285750" rtl="0">
              <a:buFont typeface="Arial" panose="020B0604020202020204" pitchFamily="34" charset="0"/>
              <a:buChar char="•"/>
            </a:pPr>
            <a:r>
              <a:rPr lang="nl-NL" b="1" dirty="0"/>
              <a:t>Bij </a:t>
            </a:r>
            <a:r>
              <a:rPr lang="nl-NL" b="1" dirty="0" err="1"/>
              <a:t>EntityFramework</a:t>
            </a:r>
            <a:r>
              <a:rPr lang="nl-NL" b="1" dirty="0"/>
              <a:t>: </a:t>
            </a:r>
            <a:r>
              <a:rPr lang="nl-NL" dirty="0"/>
              <a:t>De namen van de tabellen die gekoppeld worden enkelvoud, </a:t>
            </a:r>
            <a:r>
              <a:rPr lang="nl-NL" dirty="0" err="1"/>
              <a:t>PascalCase</a:t>
            </a:r>
            <a:r>
              <a:rPr lang="nl-NL" dirty="0"/>
              <a:t>/</a:t>
            </a:r>
            <a:r>
              <a:rPr lang="nl-NL" dirty="0" err="1"/>
              <a:t>UpperCamelCase</a:t>
            </a:r>
            <a:r>
              <a:rPr lang="nl-NL" dirty="0"/>
              <a:t> en op </a:t>
            </a:r>
            <a:r>
              <a:rPr lang="nl-NL" dirty="0" err="1"/>
              <a:t>alphabetische</a:t>
            </a:r>
            <a:r>
              <a:rPr lang="nl-NL" dirty="0"/>
              <a:t> volgorde (</a:t>
            </a:r>
            <a:r>
              <a:rPr lang="nl-NL" u="sng" dirty="0"/>
              <a:t>Pe</a:t>
            </a:r>
            <a:r>
              <a:rPr lang="nl-NL" dirty="0"/>
              <a:t>rsonen komt voor </a:t>
            </a:r>
            <a:r>
              <a:rPr lang="nl-NL" u="sng" dirty="0" err="1"/>
              <a:t>Po</a:t>
            </a:r>
            <a:r>
              <a:rPr lang="nl-NL" dirty="0" err="1"/>
              <a:t>kemonKaarten</a:t>
            </a:r>
            <a:r>
              <a:rPr lang="nl-NL" dirty="0"/>
              <a:t>)</a:t>
            </a:r>
          </a:p>
          <a:p>
            <a:pPr marL="285750" indent="-285750" rtl="0">
              <a:buFont typeface="Arial" panose="020B0604020202020204" pitchFamily="34" charset="0"/>
              <a:buChar char="•"/>
            </a:pPr>
            <a:r>
              <a:rPr lang="nl-NL" b="1" dirty="0"/>
              <a:t>Bij </a:t>
            </a:r>
            <a:r>
              <a:rPr lang="nl-NL" b="1" dirty="0" err="1"/>
              <a:t>Laravel</a:t>
            </a:r>
            <a:r>
              <a:rPr lang="nl-NL" b="1" dirty="0"/>
              <a:t>: </a:t>
            </a:r>
            <a:r>
              <a:rPr lang="nl-NL" dirty="0"/>
              <a:t>hetzelfde als hierboven, enkel </a:t>
            </a:r>
            <a:r>
              <a:rPr lang="nl-NL" dirty="0" err="1"/>
              <a:t>snake_case</a:t>
            </a:r>
            <a:r>
              <a:rPr lang="nl-NL" dirty="0"/>
              <a:t> </a:t>
            </a:r>
            <a:r>
              <a:rPr lang="nl-NL" i="1" dirty="0"/>
              <a:t>(bijv.: </a:t>
            </a:r>
            <a:r>
              <a:rPr lang="nl-NL" i="1" dirty="0" err="1"/>
              <a:t>persoon_pokemon_kaart</a:t>
            </a:r>
            <a:r>
              <a:rPr lang="nl-NL" i="1" dirty="0"/>
              <a:t>)</a:t>
            </a:r>
          </a:p>
        </p:txBody>
      </p:sp>
      <p:sp>
        <p:nvSpPr>
          <p:cNvPr id="7" name="Tijdelijke aanduiding voor dianumm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nl-NL" smtClean="0"/>
              <a:pPr rtl="0"/>
              <a:t>11</a:t>
            </a:fld>
            <a:endParaRPr lang="nl-NL"/>
          </a:p>
        </p:txBody>
      </p:sp>
      <p:sp>
        <p:nvSpPr>
          <p:cNvPr id="6" name="Tijdelijke aanduiding voor voettekst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pPr rtl="0"/>
            <a:r>
              <a:rPr lang="nl-NL" dirty="0"/>
              <a:t>Koppeltabellen</a:t>
            </a:r>
          </a:p>
        </p:txBody>
      </p:sp>
      <p:sp>
        <p:nvSpPr>
          <p:cNvPr id="5" name="Tijdelijke aanduiding voor datum 4">
            <a:extLst>
              <a:ext uri="{FF2B5EF4-FFF2-40B4-BE49-F238E27FC236}">
                <a16:creationId xmlns:a16="http://schemas.microsoft.com/office/drawing/2014/main" id="{2E803E71-3088-0347-9BCC-16ADB551CCC8}"/>
              </a:ext>
            </a:extLst>
          </p:cNvPr>
          <p:cNvSpPr>
            <a:spLocks noGrp="1"/>
          </p:cNvSpPr>
          <p:nvPr>
            <p:ph type="dt" sz="half" idx="14"/>
          </p:nvPr>
        </p:nvSpPr>
        <p:spPr>
          <a:xfrm>
            <a:off x="2992120" y="6332220"/>
            <a:ext cx="1313180" cy="247651"/>
          </a:xfrm>
        </p:spPr>
        <p:txBody>
          <a:bodyPr rtlCol="0"/>
          <a:lstStyle/>
          <a:p>
            <a:pPr rtl="0"/>
            <a:fld id="{E9869705-C13B-4B85-B33B-E0C7B7854E8B}" type="datetime4">
              <a:rPr lang="nl-NL" smtClean="0"/>
              <a:t>3 oktober 2023</a:t>
            </a:fld>
            <a:endParaRPr lang="nl-NL"/>
          </a:p>
        </p:txBody>
      </p:sp>
      <p:pic>
        <p:nvPicPr>
          <p:cNvPr id="12" name="Picture 11" descr="Diagram&#10;&#10;Description automatically generated">
            <a:extLst>
              <a:ext uri="{FF2B5EF4-FFF2-40B4-BE49-F238E27FC236}">
                <a16:creationId xmlns:a16="http://schemas.microsoft.com/office/drawing/2014/main" id="{E22A9CB2-22EE-0142-4AB1-DDB0DB51E0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879063"/>
            <a:ext cx="5905500" cy="3295650"/>
          </a:xfrm>
          <a:prstGeom prst="rect">
            <a:avLst/>
          </a:prstGeom>
        </p:spPr>
      </p:pic>
    </p:spTree>
    <p:extLst>
      <p:ext uri="{BB962C8B-B14F-4D97-AF65-F5344CB8AC3E}">
        <p14:creationId xmlns:p14="http://schemas.microsoft.com/office/powerpoint/2010/main" val="2143994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5CDDDB3-37FD-C9DE-9ADD-6DE8BF11C0F2}"/>
              </a:ext>
            </a:extLst>
          </p:cNvPr>
          <p:cNvSpPr>
            <a:spLocks noGrp="1"/>
          </p:cNvSpPr>
          <p:nvPr>
            <p:ph type="title"/>
          </p:nvPr>
        </p:nvSpPr>
        <p:spPr/>
        <p:txBody>
          <a:bodyPr/>
          <a:lstStyle/>
          <a:p>
            <a:r>
              <a:rPr lang="nl-NL" dirty="0"/>
              <a:t>Een genormaliseerd databaseontwerp </a:t>
            </a:r>
            <a:r>
              <a:rPr lang="nl-NL" u="sng" dirty="0"/>
              <a:t>kan</a:t>
            </a:r>
            <a:r>
              <a:rPr lang="nl-NL" dirty="0"/>
              <a:t> een koppeltabel bevatten.</a:t>
            </a:r>
          </a:p>
        </p:txBody>
      </p:sp>
    </p:spTree>
    <p:extLst>
      <p:ext uri="{BB962C8B-B14F-4D97-AF65-F5344CB8AC3E}">
        <p14:creationId xmlns:p14="http://schemas.microsoft.com/office/powerpoint/2010/main" val="864986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353F689-2E51-BF4F-AE47-7CEB7CC4C52A}"/>
              </a:ext>
            </a:extLst>
          </p:cNvPr>
          <p:cNvSpPr>
            <a:spLocks noGrp="1"/>
          </p:cNvSpPr>
          <p:nvPr>
            <p:ph type="title"/>
          </p:nvPr>
        </p:nvSpPr>
        <p:spPr/>
        <p:txBody>
          <a:bodyPr rtlCol="0"/>
          <a:lstStyle/>
          <a:p>
            <a:pPr rtl="0"/>
            <a:r>
              <a:rPr lang="nl-NL" dirty="0"/>
              <a:t>Normaliseren</a:t>
            </a:r>
          </a:p>
        </p:txBody>
      </p:sp>
      <p:sp>
        <p:nvSpPr>
          <p:cNvPr id="4" name="Tijdelijke aanduiding voor tekst 3">
            <a:extLst>
              <a:ext uri="{FF2B5EF4-FFF2-40B4-BE49-F238E27FC236}">
                <a16:creationId xmlns:a16="http://schemas.microsoft.com/office/drawing/2014/main" id="{A17F80A9-6337-524E-AC61-32C5AFEE8E6D}"/>
              </a:ext>
            </a:extLst>
          </p:cNvPr>
          <p:cNvSpPr>
            <a:spLocks noGrp="1"/>
          </p:cNvSpPr>
          <p:nvPr>
            <p:ph type="body" sz="quarter" idx="11"/>
          </p:nvPr>
        </p:nvSpPr>
        <p:spPr>
          <a:xfrm>
            <a:off x="952499" y="2289362"/>
            <a:ext cx="4572001" cy="3462213"/>
          </a:xfrm>
        </p:spPr>
        <p:txBody>
          <a:bodyPr vert="horz" lIns="0" tIns="0" rIns="0" bIns="0" rtlCol="0" anchor="t">
            <a:noAutofit/>
          </a:bodyPr>
          <a:lstStyle/>
          <a:p>
            <a:pPr rtl="0"/>
            <a:r>
              <a:rPr lang="nl-NL" dirty="0"/>
              <a:t>Bij het normaliseren kun je tot een koppeltabel komen.</a:t>
            </a:r>
          </a:p>
          <a:p>
            <a:pPr rtl="0"/>
            <a:endParaRPr lang="nl-NL" dirty="0"/>
          </a:p>
          <a:p>
            <a:pPr rtl="0"/>
            <a:r>
              <a:rPr lang="nl-NL" b="1" dirty="0"/>
              <a:t>Theorie herhalen: Hoe normaliseren we</a:t>
            </a:r>
          </a:p>
          <a:p>
            <a:pPr rtl="0"/>
            <a:r>
              <a:rPr lang="nl-NL" dirty="0"/>
              <a:t>Het komen tot een relationele database aan de hand van een vaste procedure (methode van </a:t>
            </a:r>
            <a:r>
              <a:rPr lang="nl-NL" dirty="0" err="1"/>
              <a:t>Codd</a:t>
            </a:r>
            <a:r>
              <a:rPr lang="nl-NL" dirty="0"/>
              <a:t>).</a:t>
            </a:r>
          </a:p>
          <a:p>
            <a:pPr rtl="0"/>
            <a:r>
              <a:rPr lang="nl-NL" dirty="0"/>
              <a:t>De normalisatiestappen van </a:t>
            </a:r>
            <a:r>
              <a:rPr lang="nl-NL" dirty="0" err="1"/>
              <a:t>Codd</a:t>
            </a:r>
            <a:r>
              <a:rPr lang="nl-NL" dirty="0"/>
              <a:t> kun je terugvinden op </a:t>
            </a:r>
            <a:r>
              <a:rPr lang="nl-NL" dirty="0" err="1"/>
              <a:t>Itslearning</a:t>
            </a:r>
            <a:r>
              <a:rPr lang="nl-NL" dirty="0"/>
              <a:t> in het bestand:</a:t>
            </a:r>
          </a:p>
          <a:p>
            <a:pPr rtl="0"/>
            <a:endParaRPr lang="nl-NL" dirty="0"/>
          </a:p>
          <a:p>
            <a:r>
              <a:rPr lang="nl-NL" b="1" dirty="0"/>
              <a:t>Op de volgende slides doorlopen we de stappen van </a:t>
            </a:r>
            <a:r>
              <a:rPr lang="nl-NL" b="1" dirty="0" err="1"/>
              <a:t>Codd</a:t>
            </a:r>
            <a:r>
              <a:rPr lang="nl-NL" b="1" dirty="0"/>
              <a:t> a.d.h.v. een voorbeeld.</a:t>
            </a:r>
          </a:p>
        </p:txBody>
      </p:sp>
      <p:sp>
        <p:nvSpPr>
          <p:cNvPr id="7" name="Tijdelijke aanduiding voor dianumm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nl-NL" smtClean="0"/>
              <a:pPr rtl="0"/>
              <a:t>13</a:t>
            </a:fld>
            <a:endParaRPr lang="nl-NL"/>
          </a:p>
        </p:txBody>
      </p:sp>
      <p:sp>
        <p:nvSpPr>
          <p:cNvPr id="6" name="Tijdelijke aanduiding voor voettekst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pPr rtl="0"/>
            <a:r>
              <a:rPr lang="nl-NL" dirty="0"/>
              <a:t>Koppeltabellen</a:t>
            </a:r>
          </a:p>
        </p:txBody>
      </p:sp>
      <p:sp>
        <p:nvSpPr>
          <p:cNvPr id="5" name="Tijdelijke aanduiding voor datum 4">
            <a:extLst>
              <a:ext uri="{FF2B5EF4-FFF2-40B4-BE49-F238E27FC236}">
                <a16:creationId xmlns:a16="http://schemas.microsoft.com/office/drawing/2014/main" id="{2E803E71-3088-0347-9BCC-16ADB551CCC8}"/>
              </a:ext>
            </a:extLst>
          </p:cNvPr>
          <p:cNvSpPr>
            <a:spLocks noGrp="1"/>
          </p:cNvSpPr>
          <p:nvPr>
            <p:ph type="dt" sz="half" idx="14"/>
          </p:nvPr>
        </p:nvSpPr>
        <p:spPr>
          <a:xfrm>
            <a:off x="2992120" y="6332220"/>
            <a:ext cx="1313180" cy="247651"/>
          </a:xfrm>
        </p:spPr>
        <p:txBody>
          <a:bodyPr rtlCol="0"/>
          <a:lstStyle/>
          <a:p>
            <a:pPr rtl="0"/>
            <a:fld id="{E9869705-C13B-4B85-B33B-E0C7B7854E8B}" type="datetime4">
              <a:rPr lang="nl-NL" smtClean="0"/>
              <a:t>3 oktober 2023</a:t>
            </a:fld>
            <a:endParaRPr lang="nl-NL"/>
          </a:p>
        </p:txBody>
      </p:sp>
      <p:pic>
        <p:nvPicPr>
          <p:cNvPr id="8" name="Picture 7">
            <a:extLst>
              <a:ext uri="{FF2B5EF4-FFF2-40B4-BE49-F238E27FC236}">
                <a16:creationId xmlns:a16="http://schemas.microsoft.com/office/drawing/2014/main" id="{B14D4D1B-9190-6A59-F3F7-5370163B568B}"/>
              </a:ext>
            </a:extLst>
          </p:cNvPr>
          <p:cNvPicPr>
            <a:picLocks noChangeAspect="1"/>
          </p:cNvPicPr>
          <p:nvPr/>
        </p:nvPicPr>
        <p:blipFill>
          <a:blip r:embed="rId3"/>
          <a:stretch>
            <a:fillRect/>
          </a:stretch>
        </p:blipFill>
        <p:spPr>
          <a:xfrm>
            <a:off x="5687568" y="1007079"/>
            <a:ext cx="6218552" cy="4470949"/>
          </a:xfrm>
          <a:prstGeom prst="rect">
            <a:avLst/>
          </a:prstGeom>
        </p:spPr>
      </p:pic>
      <p:pic>
        <p:nvPicPr>
          <p:cNvPr id="12" name="Picture 11">
            <a:extLst>
              <a:ext uri="{FF2B5EF4-FFF2-40B4-BE49-F238E27FC236}">
                <a16:creationId xmlns:a16="http://schemas.microsoft.com/office/drawing/2014/main" id="{79130967-E518-2AA6-FED0-CFC8E3781331}"/>
              </a:ext>
            </a:extLst>
          </p:cNvPr>
          <p:cNvPicPr>
            <a:picLocks noChangeAspect="1"/>
          </p:cNvPicPr>
          <p:nvPr/>
        </p:nvPicPr>
        <p:blipFill>
          <a:blip r:embed="rId4"/>
          <a:stretch>
            <a:fillRect/>
          </a:stretch>
        </p:blipFill>
        <p:spPr>
          <a:xfrm>
            <a:off x="3532322" y="4557714"/>
            <a:ext cx="1545956" cy="270210"/>
          </a:xfrm>
          <a:prstGeom prst="rect">
            <a:avLst/>
          </a:prstGeom>
        </p:spPr>
      </p:pic>
    </p:spTree>
    <p:extLst>
      <p:ext uri="{BB962C8B-B14F-4D97-AF65-F5344CB8AC3E}">
        <p14:creationId xmlns:p14="http://schemas.microsoft.com/office/powerpoint/2010/main" val="579246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67E1C70-7F5A-2DC7-5E2D-BBBC9DB002A7}"/>
              </a:ext>
            </a:extLst>
          </p:cNvPr>
          <p:cNvPicPr>
            <a:picLocks noChangeAspect="1"/>
          </p:cNvPicPr>
          <p:nvPr/>
        </p:nvPicPr>
        <p:blipFill>
          <a:blip r:embed="rId3"/>
          <a:stretch>
            <a:fillRect/>
          </a:stretch>
        </p:blipFill>
        <p:spPr>
          <a:xfrm>
            <a:off x="5687568" y="1007079"/>
            <a:ext cx="6218552" cy="4470949"/>
          </a:xfrm>
          <a:prstGeom prst="rect">
            <a:avLst/>
          </a:prstGeom>
        </p:spPr>
      </p:pic>
      <p:sp>
        <p:nvSpPr>
          <p:cNvPr id="3" name="Rectangle 2">
            <a:extLst>
              <a:ext uri="{FF2B5EF4-FFF2-40B4-BE49-F238E27FC236}">
                <a16:creationId xmlns:a16="http://schemas.microsoft.com/office/drawing/2014/main" id="{5592BE01-75F0-8450-8E4E-3500AB751FAC}"/>
              </a:ext>
            </a:extLst>
          </p:cNvPr>
          <p:cNvSpPr/>
          <p:nvPr/>
        </p:nvSpPr>
        <p:spPr>
          <a:xfrm>
            <a:off x="5577840" y="2523744"/>
            <a:ext cx="6614160" cy="3236976"/>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tekst 3">
            <a:extLst>
              <a:ext uri="{FF2B5EF4-FFF2-40B4-BE49-F238E27FC236}">
                <a16:creationId xmlns:a16="http://schemas.microsoft.com/office/drawing/2014/main" id="{668DE40B-731F-82EB-B70E-89AB2609D637}"/>
              </a:ext>
            </a:extLst>
          </p:cNvPr>
          <p:cNvSpPr txBox="1">
            <a:spLocks/>
          </p:cNvSpPr>
          <p:nvPr/>
        </p:nvSpPr>
        <p:spPr>
          <a:xfrm>
            <a:off x="993071" y="4310724"/>
            <a:ext cx="3093089" cy="2146008"/>
          </a:xfrm>
          <a:prstGeom prst="rect">
            <a:avLst/>
          </a:prstGeom>
        </p:spPr>
        <p:txBody>
          <a:bodyPr vert="horz" lIns="0" tIns="0" rIns="0" bIns="0" rtlCol="0" anchor="t" anchorCtr="0"/>
          <a:lstStyle>
            <a:defPPr rtl="0">
              <a:defRPr lang="nl-nl"/>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nl-NL" sz="1600" dirty="0" err="1"/>
              <a:t>GebruikerType</a:t>
            </a:r>
            <a:endParaRPr lang="nl-NL" sz="1600" dirty="0"/>
          </a:p>
          <a:p>
            <a:pPr marL="171450" indent="-171450">
              <a:buFont typeface="Arial" panose="020B0604020202020204" pitchFamily="34" charset="0"/>
              <a:buChar char="•"/>
            </a:pPr>
            <a:r>
              <a:rPr lang="nl-NL" sz="1600" dirty="0" err="1"/>
              <a:t>GebruikerAfkorting</a:t>
            </a:r>
            <a:endParaRPr lang="nl-NL" sz="1600" dirty="0"/>
          </a:p>
          <a:p>
            <a:pPr marL="171450" indent="-171450">
              <a:buFont typeface="Arial" panose="020B0604020202020204" pitchFamily="34" charset="0"/>
              <a:buChar char="•"/>
            </a:pPr>
            <a:r>
              <a:rPr lang="nl-NL" sz="1600" dirty="0" err="1"/>
              <a:t>GebruikerNaam</a:t>
            </a:r>
            <a:endParaRPr lang="nl-NL" sz="1600" dirty="0"/>
          </a:p>
          <a:p>
            <a:pPr marL="171450" indent="-171450">
              <a:buFont typeface="Arial" panose="020B0604020202020204" pitchFamily="34" charset="0"/>
              <a:buChar char="•"/>
            </a:pPr>
            <a:r>
              <a:rPr lang="nl-NL" sz="1600" dirty="0" err="1"/>
              <a:t>GebruikerEmail</a:t>
            </a:r>
            <a:endParaRPr lang="nl-NL" sz="1600" dirty="0"/>
          </a:p>
          <a:p>
            <a:pPr marL="171450" indent="-171450">
              <a:buFont typeface="Arial" panose="020B0604020202020204" pitchFamily="34" charset="0"/>
              <a:buChar char="•"/>
            </a:pPr>
            <a:r>
              <a:rPr lang="nl-NL" sz="1600" dirty="0" err="1"/>
              <a:t>GebruikerWachtwoord</a:t>
            </a:r>
            <a:endParaRPr lang="nl-NL" sz="1600" dirty="0"/>
          </a:p>
          <a:p>
            <a:pPr marL="171450" indent="-171450">
              <a:buFont typeface="Arial" panose="020B0604020202020204" pitchFamily="34" charset="0"/>
              <a:buChar char="•"/>
            </a:pPr>
            <a:r>
              <a:rPr lang="nl-NL" sz="1600" dirty="0" err="1"/>
              <a:t>GroepNaam</a:t>
            </a:r>
            <a:r>
              <a:rPr lang="nl-NL" sz="1600" dirty="0"/>
              <a:t> (RG)</a:t>
            </a:r>
          </a:p>
          <a:p>
            <a:pPr marL="171450" indent="-171450">
              <a:buFont typeface="Arial" panose="020B0604020202020204" pitchFamily="34" charset="0"/>
              <a:buChar char="•"/>
            </a:pPr>
            <a:r>
              <a:rPr lang="nl-NL" sz="1600" dirty="0" err="1"/>
              <a:t>GroepIsKlas</a:t>
            </a:r>
            <a:r>
              <a:rPr lang="nl-NL" sz="1600" dirty="0"/>
              <a:t> (RG)</a:t>
            </a:r>
          </a:p>
        </p:txBody>
      </p:sp>
      <p:pic>
        <p:nvPicPr>
          <p:cNvPr id="6" name="Picture 5">
            <a:extLst>
              <a:ext uri="{FF2B5EF4-FFF2-40B4-BE49-F238E27FC236}">
                <a16:creationId xmlns:a16="http://schemas.microsoft.com/office/drawing/2014/main" id="{6F3BBAEA-DB45-912D-509C-F237617725E8}"/>
              </a:ext>
            </a:extLst>
          </p:cNvPr>
          <p:cNvPicPr>
            <a:picLocks noChangeAspect="1"/>
          </p:cNvPicPr>
          <p:nvPr/>
        </p:nvPicPr>
        <p:blipFill>
          <a:blip r:embed="rId4"/>
          <a:stretch>
            <a:fillRect/>
          </a:stretch>
        </p:blipFill>
        <p:spPr>
          <a:xfrm>
            <a:off x="285880" y="200100"/>
            <a:ext cx="4226331" cy="3795828"/>
          </a:xfrm>
          <a:prstGeom prst="rect">
            <a:avLst/>
          </a:prstGeom>
        </p:spPr>
      </p:pic>
      <p:cxnSp>
        <p:nvCxnSpPr>
          <p:cNvPr id="8" name="Straight Arrow Connector 7">
            <a:extLst>
              <a:ext uri="{FF2B5EF4-FFF2-40B4-BE49-F238E27FC236}">
                <a16:creationId xmlns:a16="http://schemas.microsoft.com/office/drawing/2014/main" id="{06F7FC9B-0FA0-2389-6CD4-ED097AE1EF83}"/>
              </a:ext>
            </a:extLst>
          </p:cNvPr>
          <p:cNvCxnSpPr>
            <a:cxnSpLocks/>
            <a:endCxn id="4" idx="0"/>
          </p:cNvCxnSpPr>
          <p:nvPr/>
        </p:nvCxnSpPr>
        <p:spPr>
          <a:xfrm flipH="1">
            <a:off x="2539616" y="1252728"/>
            <a:ext cx="3147952" cy="305799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29389D9-761A-4F75-38CD-862C78E9739F}"/>
              </a:ext>
            </a:extLst>
          </p:cNvPr>
          <p:cNvSpPr txBox="1"/>
          <p:nvPr/>
        </p:nvSpPr>
        <p:spPr>
          <a:xfrm>
            <a:off x="993071" y="6253657"/>
            <a:ext cx="5102929" cy="276999"/>
          </a:xfrm>
          <a:prstGeom prst="rect">
            <a:avLst/>
          </a:prstGeom>
          <a:noFill/>
        </p:spPr>
        <p:txBody>
          <a:bodyPr wrap="square">
            <a:spAutoFit/>
          </a:bodyPr>
          <a:lstStyle/>
          <a:p>
            <a:r>
              <a:rPr lang="nl-NL" sz="1200" i="1" dirty="0">
                <a:solidFill>
                  <a:schemeClr val="bg1"/>
                </a:solidFill>
              </a:rPr>
              <a:t>Herhalende groep = </a:t>
            </a:r>
            <a:r>
              <a:rPr lang="nl-NL" sz="1200" i="1" dirty="0" err="1">
                <a:solidFill>
                  <a:schemeClr val="bg1"/>
                </a:solidFill>
              </a:rPr>
              <a:t>Repeating</a:t>
            </a:r>
            <a:r>
              <a:rPr lang="nl-NL" sz="1200" i="1" dirty="0">
                <a:solidFill>
                  <a:schemeClr val="bg1"/>
                </a:solidFill>
              </a:rPr>
              <a:t> Group = RG</a:t>
            </a:r>
          </a:p>
        </p:txBody>
      </p:sp>
      <p:sp>
        <p:nvSpPr>
          <p:cNvPr id="15" name="Tijdelijke aanduiding voor tekst 3">
            <a:extLst>
              <a:ext uri="{FF2B5EF4-FFF2-40B4-BE49-F238E27FC236}">
                <a16:creationId xmlns:a16="http://schemas.microsoft.com/office/drawing/2014/main" id="{EF2E414C-C7F7-740C-899B-627F7A4C17C6}"/>
              </a:ext>
            </a:extLst>
          </p:cNvPr>
          <p:cNvSpPr txBox="1">
            <a:spLocks/>
          </p:cNvSpPr>
          <p:nvPr/>
        </p:nvSpPr>
        <p:spPr>
          <a:xfrm>
            <a:off x="3285456" y="4310724"/>
            <a:ext cx="2685575" cy="1764792"/>
          </a:xfrm>
          <a:prstGeom prst="rect">
            <a:avLst/>
          </a:prstGeom>
        </p:spPr>
        <p:txBody>
          <a:bodyPr vert="horz" lIns="0" tIns="0" rIns="0" bIns="0" rtlCol="0" anchor="t" anchorCtr="0"/>
          <a:lstStyle>
            <a:defPPr rtl="0">
              <a:defRPr lang="nl-nl"/>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l-NL" sz="1600" i="1" dirty="0">
                <a:solidFill>
                  <a:schemeClr val="bg2">
                    <a:lumMod val="50000"/>
                  </a:schemeClr>
                </a:solidFill>
              </a:rPr>
              <a:t>Docent / student</a:t>
            </a:r>
          </a:p>
          <a:p>
            <a:r>
              <a:rPr lang="nl-NL" sz="1600" i="1" dirty="0">
                <a:solidFill>
                  <a:schemeClr val="bg2">
                    <a:lumMod val="50000"/>
                  </a:schemeClr>
                </a:solidFill>
              </a:rPr>
              <a:t>tl10</a:t>
            </a:r>
          </a:p>
          <a:p>
            <a:r>
              <a:rPr lang="nl-NL" sz="1600" i="1" dirty="0">
                <a:solidFill>
                  <a:schemeClr val="bg2">
                    <a:lumMod val="50000"/>
                  </a:schemeClr>
                </a:solidFill>
              </a:rPr>
              <a:t>Tim Lutt</a:t>
            </a:r>
          </a:p>
          <a:p>
            <a:r>
              <a:rPr lang="nl-NL" sz="1600" i="1" dirty="0">
                <a:solidFill>
                  <a:schemeClr val="bg2">
                    <a:lumMod val="50000"/>
                  </a:schemeClr>
                </a:solidFill>
              </a:rPr>
              <a:t>tl10@curio.nl</a:t>
            </a:r>
          </a:p>
          <a:p>
            <a:r>
              <a:rPr lang="nl-NL" sz="1600" i="1" dirty="0">
                <a:solidFill>
                  <a:schemeClr val="bg2">
                    <a:lumMod val="50000"/>
                  </a:schemeClr>
                </a:solidFill>
              </a:rPr>
              <a:t>***</a:t>
            </a:r>
          </a:p>
          <a:p>
            <a:r>
              <a:rPr lang="nl-NL" sz="1600" i="1" dirty="0">
                <a:solidFill>
                  <a:schemeClr val="bg2">
                    <a:lumMod val="50000"/>
                  </a:schemeClr>
                </a:solidFill>
              </a:rPr>
              <a:t>TTB4-SSD1A / externen / </a:t>
            </a:r>
            <a:r>
              <a:rPr lang="nl-NL" sz="1600" i="1" dirty="0" err="1">
                <a:solidFill>
                  <a:schemeClr val="bg2">
                    <a:lumMod val="50000"/>
                  </a:schemeClr>
                </a:solidFill>
              </a:rPr>
              <a:t>etc</a:t>
            </a:r>
            <a:r>
              <a:rPr lang="nl-NL" sz="1600" i="1" dirty="0">
                <a:solidFill>
                  <a:schemeClr val="bg2">
                    <a:lumMod val="50000"/>
                  </a:schemeClr>
                </a:solidFill>
              </a:rPr>
              <a:t>…</a:t>
            </a:r>
          </a:p>
          <a:p>
            <a:r>
              <a:rPr lang="nl-NL" sz="1600" i="1" dirty="0">
                <a:solidFill>
                  <a:schemeClr val="bg2">
                    <a:lumMod val="50000"/>
                  </a:schemeClr>
                </a:solidFill>
              </a:rPr>
              <a:t>Ja / Nee</a:t>
            </a:r>
          </a:p>
        </p:txBody>
      </p:sp>
      <p:sp>
        <p:nvSpPr>
          <p:cNvPr id="16" name="TextBox 15">
            <a:extLst>
              <a:ext uri="{FF2B5EF4-FFF2-40B4-BE49-F238E27FC236}">
                <a16:creationId xmlns:a16="http://schemas.microsoft.com/office/drawing/2014/main" id="{F27A56B0-7DD7-14C9-357F-B95C2A163111}"/>
              </a:ext>
            </a:extLst>
          </p:cNvPr>
          <p:cNvSpPr txBox="1"/>
          <p:nvPr/>
        </p:nvSpPr>
        <p:spPr>
          <a:xfrm>
            <a:off x="6391656" y="6133566"/>
            <a:ext cx="5633336" cy="646331"/>
          </a:xfrm>
          <a:prstGeom prst="rect">
            <a:avLst/>
          </a:prstGeom>
          <a:noFill/>
        </p:spPr>
        <p:txBody>
          <a:bodyPr wrap="square">
            <a:spAutoFit/>
          </a:bodyPr>
          <a:lstStyle/>
          <a:p>
            <a:r>
              <a:rPr lang="nl-NL" sz="1200" i="1" dirty="0">
                <a:solidFill>
                  <a:schemeClr val="bg1"/>
                </a:solidFill>
              </a:rPr>
              <a:t>We zetten het onderwerp voor iedere attribuut (Gebruiker…, Groep…) om te zorgen dat we later nog kunnen onderscheiden ze bij horen. Zonder dat te doen zouden we kunnen twijfelen waar “Naam”  ook alweer de naam van is.</a:t>
            </a:r>
          </a:p>
        </p:txBody>
      </p:sp>
    </p:spTree>
    <p:extLst>
      <p:ext uri="{BB962C8B-B14F-4D97-AF65-F5344CB8AC3E}">
        <p14:creationId xmlns:p14="http://schemas.microsoft.com/office/powerpoint/2010/main" val="140713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67E1C70-7F5A-2DC7-5E2D-BBBC9DB002A7}"/>
              </a:ext>
            </a:extLst>
          </p:cNvPr>
          <p:cNvPicPr>
            <a:picLocks noChangeAspect="1"/>
          </p:cNvPicPr>
          <p:nvPr/>
        </p:nvPicPr>
        <p:blipFill>
          <a:blip r:embed="rId3"/>
          <a:stretch>
            <a:fillRect/>
          </a:stretch>
        </p:blipFill>
        <p:spPr>
          <a:xfrm>
            <a:off x="5687568" y="1007079"/>
            <a:ext cx="6218552" cy="4470949"/>
          </a:xfrm>
          <a:prstGeom prst="rect">
            <a:avLst/>
          </a:prstGeom>
        </p:spPr>
      </p:pic>
      <p:sp>
        <p:nvSpPr>
          <p:cNvPr id="3" name="Rectangle 2">
            <a:extLst>
              <a:ext uri="{FF2B5EF4-FFF2-40B4-BE49-F238E27FC236}">
                <a16:creationId xmlns:a16="http://schemas.microsoft.com/office/drawing/2014/main" id="{5592BE01-75F0-8450-8E4E-3500AB751FAC}"/>
              </a:ext>
            </a:extLst>
          </p:cNvPr>
          <p:cNvSpPr/>
          <p:nvPr/>
        </p:nvSpPr>
        <p:spPr>
          <a:xfrm>
            <a:off x="5577840" y="2523744"/>
            <a:ext cx="6614160" cy="3236976"/>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6" name="Picture 5">
            <a:extLst>
              <a:ext uri="{FF2B5EF4-FFF2-40B4-BE49-F238E27FC236}">
                <a16:creationId xmlns:a16="http://schemas.microsoft.com/office/drawing/2014/main" id="{6F3BBAEA-DB45-912D-509C-F237617725E8}"/>
              </a:ext>
            </a:extLst>
          </p:cNvPr>
          <p:cNvPicPr>
            <a:picLocks noChangeAspect="1"/>
          </p:cNvPicPr>
          <p:nvPr/>
        </p:nvPicPr>
        <p:blipFill>
          <a:blip r:embed="rId4"/>
          <a:stretch>
            <a:fillRect/>
          </a:stretch>
        </p:blipFill>
        <p:spPr>
          <a:xfrm>
            <a:off x="76330" y="1007079"/>
            <a:ext cx="5733035" cy="5149056"/>
          </a:xfrm>
          <a:prstGeom prst="rect">
            <a:avLst/>
          </a:prstGeom>
        </p:spPr>
      </p:pic>
    </p:spTree>
    <p:extLst>
      <p:ext uri="{BB962C8B-B14F-4D97-AF65-F5344CB8AC3E}">
        <p14:creationId xmlns:p14="http://schemas.microsoft.com/office/powerpoint/2010/main" val="239810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67E1C70-7F5A-2DC7-5E2D-BBBC9DB002A7}"/>
              </a:ext>
            </a:extLst>
          </p:cNvPr>
          <p:cNvPicPr>
            <a:picLocks noChangeAspect="1"/>
          </p:cNvPicPr>
          <p:nvPr/>
        </p:nvPicPr>
        <p:blipFill>
          <a:blip r:embed="rId3"/>
          <a:stretch>
            <a:fillRect/>
          </a:stretch>
        </p:blipFill>
        <p:spPr>
          <a:xfrm>
            <a:off x="5687568" y="1007079"/>
            <a:ext cx="6218552" cy="4470949"/>
          </a:xfrm>
          <a:prstGeom prst="rect">
            <a:avLst/>
          </a:prstGeom>
        </p:spPr>
      </p:pic>
      <p:sp>
        <p:nvSpPr>
          <p:cNvPr id="3" name="Rectangle 2">
            <a:extLst>
              <a:ext uri="{FF2B5EF4-FFF2-40B4-BE49-F238E27FC236}">
                <a16:creationId xmlns:a16="http://schemas.microsoft.com/office/drawing/2014/main" id="{5592BE01-75F0-8450-8E4E-3500AB751FAC}"/>
              </a:ext>
            </a:extLst>
          </p:cNvPr>
          <p:cNvSpPr/>
          <p:nvPr/>
        </p:nvSpPr>
        <p:spPr>
          <a:xfrm>
            <a:off x="5577840" y="1007079"/>
            <a:ext cx="6614160" cy="1534953"/>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tekst 3">
            <a:extLst>
              <a:ext uri="{FF2B5EF4-FFF2-40B4-BE49-F238E27FC236}">
                <a16:creationId xmlns:a16="http://schemas.microsoft.com/office/drawing/2014/main" id="{668DE40B-731F-82EB-B70E-89AB2609D637}"/>
              </a:ext>
            </a:extLst>
          </p:cNvPr>
          <p:cNvSpPr txBox="1">
            <a:spLocks/>
          </p:cNvSpPr>
          <p:nvPr/>
        </p:nvSpPr>
        <p:spPr>
          <a:xfrm>
            <a:off x="584351" y="4310724"/>
            <a:ext cx="2591377" cy="1449995"/>
          </a:xfrm>
          <a:prstGeom prst="rect">
            <a:avLst/>
          </a:prstGeom>
        </p:spPr>
        <p:txBody>
          <a:bodyPr vert="horz" lIns="0" tIns="0" rIns="0" bIns="0" rtlCol="0" anchor="t" anchorCtr="0"/>
          <a:lstStyle>
            <a:defPPr rtl="0">
              <a:defRPr lang="nl-nl"/>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nl-NL" sz="1600" u="sng" dirty="0" err="1"/>
              <a:t>GebruikerAfkorting</a:t>
            </a:r>
            <a:r>
              <a:rPr lang="nl-NL" sz="1600" dirty="0"/>
              <a:t> (PK)</a:t>
            </a:r>
          </a:p>
          <a:p>
            <a:pPr marL="171450" indent="-171450">
              <a:buFont typeface="Arial" panose="020B0604020202020204" pitchFamily="34" charset="0"/>
              <a:buChar char="•"/>
            </a:pPr>
            <a:r>
              <a:rPr lang="nl-NL" sz="1600" dirty="0" err="1"/>
              <a:t>GebruikerType</a:t>
            </a:r>
            <a:endParaRPr lang="nl-NL" sz="1600" dirty="0"/>
          </a:p>
          <a:p>
            <a:pPr marL="171450" indent="-171450">
              <a:buFont typeface="Arial" panose="020B0604020202020204" pitchFamily="34" charset="0"/>
              <a:buChar char="•"/>
            </a:pPr>
            <a:r>
              <a:rPr lang="nl-NL" sz="1600" dirty="0" err="1"/>
              <a:t>GebruikerNaam</a:t>
            </a:r>
            <a:endParaRPr lang="nl-NL" sz="1600" dirty="0"/>
          </a:p>
          <a:p>
            <a:pPr marL="171450" indent="-171450">
              <a:buFont typeface="Arial" panose="020B0604020202020204" pitchFamily="34" charset="0"/>
              <a:buChar char="•"/>
            </a:pPr>
            <a:r>
              <a:rPr lang="nl-NL" sz="1600" dirty="0" err="1"/>
              <a:t>GebruikerEmail</a:t>
            </a:r>
            <a:endParaRPr lang="nl-NL" sz="1600" dirty="0"/>
          </a:p>
          <a:p>
            <a:pPr marL="171450" indent="-171450">
              <a:buFont typeface="Arial" panose="020B0604020202020204" pitchFamily="34" charset="0"/>
              <a:buChar char="•"/>
            </a:pPr>
            <a:r>
              <a:rPr lang="nl-NL" sz="1600" dirty="0" err="1"/>
              <a:t>GebruikerWachtwoord</a:t>
            </a:r>
            <a:endParaRPr lang="nl-NL" sz="1600" dirty="0"/>
          </a:p>
        </p:txBody>
      </p:sp>
      <p:pic>
        <p:nvPicPr>
          <p:cNvPr id="6" name="Picture 5">
            <a:extLst>
              <a:ext uri="{FF2B5EF4-FFF2-40B4-BE49-F238E27FC236}">
                <a16:creationId xmlns:a16="http://schemas.microsoft.com/office/drawing/2014/main" id="{6F3BBAEA-DB45-912D-509C-F237617725E8}"/>
              </a:ext>
            </a:extLst>
          </p:cNvPr>
          <p:cNvPicPr>
            <a:picLocks noChangeAspect="1"/>
          </p:cNvPicPr>
          <p:nvPr/>
        </p:nvPicPr>
        <p:blipFill>
          <a:blip r:embed="rId4"/>
          <a:stretch>
            <a:fillRect/>
          </a:stretch>
        </p:blipFill>
        <p:spPr>
          <a:xfrm>
            <a:off x="285880" y="200100"/>
            <a:ext cx="4226331" cy="3795828"/>
          </a:xfrm>
          <a:prstGeom prst="rect">
            <a:avLst/>
          </a:prstGeom>
        </p:spPr>
      </p:pic>
      <p:cxnSp>
        <p:nvCxnSpPr>
          <p:cNvPr id="8" name="Straight Arrow Connector 7">
            <a:extLst>
              <a:ext uri="{FF2B5EF4-FFF2-40B4-BE49-F238E27FC236}">
                <a16:creationId xmlns:a16="http://schemas.microsoft.com/office/drawing/2014/main" id="{06F7FC9B-0FA0-2389-6CD4-ED097AE1EF83}"/>
              </a:ext>
            </a:extLst>
          </p:cNvPr>
          <p:cNvCxnSpPr>
            <a:cxnSpLocks/>
            <a:endCxn id="4" idx="0"/>
          </p:cNvCxnSpPr>
          <p:nvPr/>
        </p:nvCxnSpPr>
        <p:spPr>
          <a:xfrm flipH="1">
            <a:off x="1880040" y="2898648"/>
            <a:ext cx="4131471" cy="141207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29389D9-761A-4F75-38CD-862C78E9739F}"/>
              </a:ext>
            </a:extLst>
          </p:cNvPr>
          <p:cNvSpPr txBox="1"/>
          <p:nvPr/>
        </p:nvSpPr>
        <p:spPr>
          <a:xfrm>
            <a:off x="993071" y="6253657"/>
            <a:ext cx="5102929" cy="461665"/>
          </a:xfrm>
          <a:prstGeom prst="rect">
            <a:avLst/>
          </a:prstGeom>
          <a:noFill/>
        </p:spPr>
        <p:txBody>
          <a:bodyPr wrap="square">
            <a:spAutoFit/>
          </a:bodyPr>
          <a:lstStyle/>
          <a:p>
            <a:r>
              <a:rPr lang="nl-NL" sz="1200" i="1" dirty="0">
                <a:solidFill>
                  <a:schemeClr val="bg1"/>
                </a:solidFill>
              </a:rPr>
              <a:t>Primaire sleutel = </a:t>
            </a:r>
            <a:r>
              <a:rPr lang="nl-NL" sz="1200" i="1" dirty="0" err="1">
                <a:solidFill>
                  <a:schemeClr val="bg1"/>
                </a:solidFill>
              </a:rPr>
              <a:t>Primary</a:t>
            </a:r>
            <a:r>
              <a:rPr lang="nl-NL" sz="1200" i="1" dirty="0">
                <a:solidFill>
                  <a:schemeClr val="bg1"/>
                </a:solidFill>
              </a:rPr>
              <a:t> </a:t>
            </a:r>
            <a:r>
              <a:rPr lang="nl-NL" sz="1200" i="1" dirty="0" err="1">
                <a:solidFill>
                  <a:schemeClr val="bg1"/>
                </a:solidFill>
              </a:rPr>
              <a:t>Key</a:t>
            </a:r>
            <a:r>
              <a:rPr lang="nl-NL" sz="1200" i="1" dirty="0">
                <a:solidFill>
                  <a:schemeClr val="bg1"/>
                </a:solidFill>
              </a:rPr>
              <a:t> = PK</a:t>
            </a:r>
          </a:p>
          <a:p>
            <a:r>
              <a:rPr lang="nl-NL" sz="1200" i="1" dirty="0">
                <a:solidFill>
                  <a:schemeClr val="bg1"/>
                </a:solidFill>
              </a:rPr>
              <a:t>Vreemde sleutel = </a:t>
            </a:r>
            <a:r>
              <a:rPr lang="nl-NL" sz="1200" i="1" dirty="0" err="1">
                <a:solidFill>
                  <a:schemeClr val="bg1"/>
                </a:solidFill>
              </a:rPr>
              <a:t>Foreign</a:t>
            </a:r>
            <a:r>
              <a:rPr lang="nl-NL" sz="1200" i="1" dirty="0">
                <a:solidFill>
                  <a:schemeClr val="bg1"/>
                </a:solidFill>
              </a:rPr>
              <a:t> </a:t>
            </a:r>
            <a:r>
              <a:rPr lang="nl-NL" sz="1200" i="1" dirty="0" err="1">
                <a:solidFill>
                  <a:schemeClr val="bg1"/>
                </a:solidFill>
              </a:rPr>
              <a:t>Key</a:t>
            </a:r>
            <a:r>
              <a:rPr lang="nl-NL" sz="1200" i="1" dirty="0">
                <a:solidFill>
                  <a:schemeClr val="bg1"/>
                </a:solidFill>
              </a:rPr>
              <a:t> = FK</a:t>
            </a:r>
          </a:p>
        </p:txBody>
      </p:sp>
      <p:sp>
        <p:nvSpPr>
          <p:cNvPr id="5" name="Rectangle 4">
            <a:extLst>
              <a:ext uri="{FF2B5EF4-FFF2-40B4-BE49-F238E27FC236}">
                <a16:creationId xmlns:a16="http://schemas.microsoft.com/office/drawing/2014/main" id="{621C68EA-E1E5-B093-9E80-D68A5B35D5C5}"/>
              </a:ext>
            </a:extLst>
          </p:cNvPr>
          <p:cNvSpPr/>
          <p:nvPr/>
        </p:nvSpPr>
        <p:spPr>
          <a:xfrm>
            <a:off x="5577840" y="3614711"/>
            <a:ext cx="6614160" cy="2146008"/>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TextBox 14">
            <a:extLst>
              <a:ext uri="{FF2B5EF4-FFF2-40B4-BE49-F238E27FC236}">
                <a16:creationId xmlns:a16="http://schemas.microsoft.com/office/drawing/2014/main" id="{01D4430C-4739-B3E7-5C58-4EAAA03ED4B2}"/>
              </a:ext>
            </a:extLst>
          </p:cNvPr>
          <p:cNvSpPr txBox="1"/>
          <p:nvPr/>
        </p:nvSpPr>
        <p:spPr>
          <a:xfrm>
            <a:off x="3175728" y="4264625"/>
            <a:ext cx="2402112" cy="1077218"/>
          </a:xfrm>
          <a:prstGeom prst="rect">
            <a:avLst/>
          </a:prstGeom>
          <a:noFill/>
        </p:spPr>
        <p:txBody>
          <a:bodyPr wrap="square">
            <a:spAutoFit/>
          </a:bodyPr>
          <a:lstStyle/>
          <a:p>
            <a:pPr marL="171450" indent="-171450">
              <a:buFont typeface="Arial" panose="020B0604020202020204" pitchFamily="34" charset="0"/>
              <a:buChar char="•"/>
            </a:pPr>
            <a:r>
              <a:rPr lang="nl-NL" sz="1600" u="sng" dirty="0" err="1">
                <a:solidFill>
                  <a:schemeClr val="bg1"/>
                </a:solidFill>
              </a:rPr>
              <a:t>GroepCode</a:t>
            </a:r>
            <a:r>
              <a:rPr lang="nl-NL" sz="1600" dirty="0">
                <a:solidFill>
                  <a:schemeClr val="bg1"/>
                </a:solidFill>
              </a:rPr>
              <a:t>* (PK)</a:t>
            </a:r>
          </a:p>
          <a:p>
            <a:pPr marL="171450" indent="-171450">
              <a:buFont typeface="Arial" panose="020B0604020202020204" pitchFamily="34" charset="0"/>
              <a:buChar char="•"/>
            </a:pPr>
            <a:r>
              <a:rPr lang="nl-NL" sz="1600" dirty="0" err="1">
                <a:solidFill>
                  <a:schemeClr val="bg1"/>
                </a:solidFill>
              </a:rPr>
              <a:t>GebruikerAfkorting</a:t>
            </a:r>
            <a:r>
              <a:rPr lang="nl-NL" sz="1600" dirty="0">
                <a:solidFill>
                  <a:schemeClr val="bg1"/>
                </a:solidFill>
              </a:rPr>
              <a:t> (FK)</a:t>
            </a:r>
          </a:p>
          <a:p>
            <a:pPr marL="171450" indent="-171450">
              <a:buFont typeface="Arial" panose="020B0604020202020204" pitchFamily="34" charset="0"/>
              <a:buChar char="•"/>
            </a:pPr>
            <a:r>
              <a:rPr lang="nl-NL" sz="1600" dirty="0" err="1">
                <a:solidFill>
                  <a:schemeClr val="bg1"/>
                </a:solidFill>
              </a:rPr>
              <a:t>GroepNaam</a:t>
            </a:r>
            <a:endParaRPr lang="nl-NL" sz="1600" dirty="0">
              <a:solidFill>
                <a:schemeClr val="bg1"/>
              </a:solidFill>
            </a:endParaRPr>
          </a:p>
          <a:p>
            <a:pPr marL="171450" indent="-171450">
              <a:buFont typeface="Arial" panose="020B0604020202020204" pitchFamily="34" charset="0"/>
              <a:buChar char="•"/>
            </a:pPr>
            <a:r>
              <a:rPr lang="nl-NL" sz="1600" dirty="0" err="1">
                <a:solidFill>
                  <a:schemeClr val="bg1"/>
                </a:solidFill>
              </a:rPr>
              <a:t>GroepIsKlas</a:t>
            </a:r>
            <a:endParaRPr lang="nl-NL" sz="1600" dirty="0">
              <a:solidFill>
                <a:schemeClr val="bg1"/>
              </a:solidFill>
            </a:endParaRPr>
          </a:p>
        </p:txBody>
      </p:sp>
      <p:cxnSp>
        <p:nvCxnSpPr>
          <p:cNvPr id="16" name="Straight Arrow Connector 15">
            <a:extLst>
              <a:ext uri="{FF2B5EF4-FFF2-40B4-BE49-F238E27FC236}">
                <a16:creationId xmlns:a16="http://schemas.microsoft.com/office/drawing/2014/main" id="{AB94DA9E-BACD-36AF-3354-8562F99F07D6}"/>
              </a:ext>
            </a:extLst>
          </p:cNvPr>
          <p:cNvCxnSpPr>
            <a:cxnSpLocks/>
            <a:endCxn id="15" idx="0"/>
          </p:cNvCxnSpPr>
          <p:nvPr/>
        </p:nvCxnSpPr>
        <p:spPr>
          <a:xfrm flipH="1">
            <a:off x="4376784" y="3235528"/>
            <a:ext cx="1641395" cy="102909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5AC826D-0EC8-2C82-1538-D6A49EC6B244}"/>
              </a:ext>
            </a:extLst>
          </p:cNvPr>
          <p:cNvSpPr txBox="1"/>
          <p:nvPr/>
        </p:nvSpPr>
        <p:spPr>
          <a:xfrm>
            <a:off x="6803191" y="5888156"/>
            <a:ext cx="5102929" cy="830997"/>
          </a:xfrm>
          <a:prstGeom prst="rect">
            <a:avLst/>
          </a:prstGeom>
          <a:noFill/>
        </p:spPr>
        <p:txBody>
          <a:bodyPr wrap="square">
            <a:spAutoFit/>
          </a:bodyPr>
          <a:lstStyle/>
          <a:p>
            <a:r>
              <a:rPr lang="nl-NL" sz="1200" i="1" dirty="0">
                <a:solidFill>
                  <a:schemeClr val="bg1"/>
                </a:solidFill>
              </a:rPr>
              <a:t>* We hebben hier </a:t>
            </a:r>
            <a:r>
              <a:rPr lang="nl-NL" sz="1200" i="1" dirty="0" err="1">
                <a:solidFill>
                  <a:schemeClr val="bg1"/>
                </a:solidFill>
              </a:rPr>
              <a:t>GroepsCode</a:t>
            </a:r>
            <a:r>
              <a:rPr lang="nl-NL" sz="1200" i="1" dirty="0">
                <a:solidFill>
                  <a:schemeClr val="bg1"/>
                </a:solidFill>
              </a:rPr>
              <a:t> toegevoegd, zodat we de groep naam niet als sleutel hoeven te gebruiken. Op die manier kunnen we later veilig de naam aanpassen. We laten </a:t>
            </a:r>
            <a:r>
              <a:rPr lang="nl-NL" sz="1200" i="1" dirty="0" err="1">
                <a:solidFill>
                  <a:schemeClr val="bg1"/>
                </a:solidFill>
              </a:rPr>
              <a:t>GroepsCode</a:t>
            </a:r>
            <a:r>
              <a:rPr lang="nl-NL" sz="1200" i="1" dirty="0">
                <a:solidFill>
                  <a:schemeClr val="bg1"/>
                </a:solidFill>
              </a:rPr>
              <a:t> gewoon AUTO_INCREMENT-en vanaf 1, 2, 3, 4… </a:t>
            </a:r>
            <a:r>
              <a:rPr lang="nl-NL" sz="1200" i="1" dirty="0" err="1">
                <a:solidFill>
                  <a:schemeClr val="bg1"/>
                </a:solidFill>
              </a:rPr>
              <a:t>etc</a:t>
            </a:r>
            <a:r>
              <a:rPr lang="nl-NL" sz="1200" i="1" dirty="0">
                <a:solidFill>
                  <a:schemeClr val="bg1"/>
                </a:solidFill>
              </a:rPr>
              <a:t>…</a:t>
            </a:r>
          </a:p>
        </p:txBody>
      </p:sp>
    </p:spTree>
    <p:extLst>
      <p:ext uri="{BB962C8B-B14F-4D97-AF65-F5344CB8AC3E}">
        <p14:creationId xmlns:p14="http://schemas.microsoft.com/office/powerpoint/2010/main" val="2029584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67E1C70-7F5A-2DC7-5E2D-BBBC9DB002A7}"/>
              </a:ext>
            </a:extLst>
          </p:cNvPr>
          <p:cNvPicPr>
            <a:picLocks noChangeAspect="1"/>
          </p:cNvPicPr>
          <p:nvPr/>
        </p:nvPicPr>
        <p:blipFill>
          <a:blip r:embed="rId3"/>
          <a:stretch>
            <a:fillRect/>
          </a:stretch>
        </p:blipFill>
        <p:spPr>
          <a:xfrm>
            <a:off x="5687568" y="1007079"/>
            <a:ext cx="6218552" cy="4470949"/>
          </a:xfrm>
          <a:prstGeom prst="rect">
            <a:avLst/>
          </a:prstGeom>
        </p:spPr>
      </p:pic>
      <p:sp>
        <p:nvSpPr>
          <p:cNvPr id="3" name="Rectangle 2">
            <a:extLst>
              <a:ext uri="{FF2B5EF4-FFF2-40B4-BE49-F238E27FC236}">
                <a16:creationId xmlns:a16="http://schemas.microsoft.com/office/drawing/2014/main" id="{5592BE01-75F0-8450-8E4E-3500AB751FAC}"/>
              </a:ext>
            </a:extLst>
          </p:cNvPr>
          <p:cNvSpPr/>
          <p:nvPr/>
        </p:nvSpPr>
        <p:spPr>
          <a:xfrm>
            <a:off x="5577840" y="1007079"/>
            <a:ext cx="6614160" cy="2677953"/>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tekst 3">
            <a:extLst>
              <a:ext uri="{FF2B5EF4-FFF2-40B4-BE49-F238E27FC236}">
                <a16:creationId xmlns:a16="http://schemas.microsoft.com/office/drawing/2014/main" id="{668DE40B-731F-82EB-B70E-89AB2609D637}"/>
              </a:ext>
            </a:extLst>
          </p:cNvPr>
          <p:cNvSpPr txBox="1">
            <a:spLocks/>
          </p:cNvSpPr>
          <p:nvPr/>
        </p:nvSpPr>
        <p:spPr>
          <a:xfrm>
            <a:off x="584351" y="4310724"/>
            <a:ext cx="2591377" cy="1449995"/>
          </a:xfrm>
          <a:prstGeom prst="rect">
            <a:avLst/>
          </a:prstGeom>
        </p:spPr>
        <p:txBody>
          <a:bodyPr vert="horz" lIns="0" tIns="0" rIns="0" bIns="0" rtlCol="0" anchor="t" anchorCtr="0"/>
          <a:lstStyle>
            <a:defPPr rtl="0">
              <a:defRPr lang="nl-nl"/>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nl-NL" sz="1600" u="sng" dirty="0" err="1"/>
              <a:t>GebruikerAfkorting</a:t>
            </a:r>
            <a:r>
              <a:rPr lang="nl-NL" sz="1600" dirty="0"/>
              <a:t> (PK)</a:t>
            </a:r>
          </a:p>
          <a:p>
            <a:pPr marL="171450" indent="-171450">
              <a:buFont typeface="Arial" panose="020B0604020202020204" pitchFamily="34" charset="0"/>
              <a:buChar char="•"/>
            </a:pPr>
            <a:r>
              <a:rPr lang="nl-NL" sz="1600" dirty="0" err="1"/>
              <a:t>GebruikerType</a:t>
            </a:r>
            <a:endParaRPr lang="nl-NL" sz="1600" dirty="0"/>
          </a:p>
          <a:p>
            <a:pPr marL="171450" indent="-171450">
              <a:buFont typeface="Arial" panose="020B0604020202020204" pitchFamily="34" charset="0"/>
              <a:buChar char="•"/>
            </a:pPr>
            <a:r>
              <a:rPr lang="nl-NL" sz="1600" dirty="0" err="1"/>
              <a:t>GebruikerNaam</a:t>
            </a:r>
            <a:endParaRPr lang="nl-NL" sz="1600" dirty="0"/>
          </a:p>
          <a:p>
            <a:pPr marL="171450" indent="-171450">
              <a:buFont typeface="Arial" panose="020B0604020202020204" pitchFamily="34" charset="0"/>
              <a:buChar char="•"/>
            </a:pPr>
            <a:r>
              <a:rPr lang="nl-NL" sz="1600" dirty="0" err="1"/>
              <a:t>GebruikerEmail</a:t>
            </a:r>
            <a:endParaRPr lang="nl-NL" sz="1600" dirty="0"/>
          </a:p>
          <a:p>
            <a:pPr marL="171450" indent="-171450">
              <a:buFont typeface="Arial" panose="020B0604020202020204" pitchFamily="34" charset="0"/>
              <a:buChar char="•"/>
            </a:pPr>
            <a:r>
              <a:rPr lang="nl-NL" sz="1600" dirty="0" err="1"/>
              <a:t>GebruikerWachtwoord</a:t>
            </a:r>
            <a:endParaRPr lang="nl-NL" sz="1600" dirty="0"/>
          </a:p>
        </p:txBody>
      </p:sp>
      <p:pic>
        <p:nvPicPr>
          <p:cNvPr id="6" name="Picture 5">
            <a:extLst>
              <a:ext uri="{FF2B5EF4-FFF2-40B4-BE49-F238E27FC236}">
                <a16:creationId xmlns:a16="http://schemas.microsoft.com/office/drawing/2014/main" id="{6F3BBAEA-DB45-912D-509C-F237617725E8}"/>
              </a:ext>
            </a:extLst>
          </p:cNvPr>
          <p:cNvPicPr>
            <a:picLocks noChangeAspect="1"/>
          </p:cNvPicPr>
          <p:nvPr/>
        </p:nvPicPr>
        <p:blipFill>
          <a:blip r:embed="rId4"/>
          <a:stretch>
            <a:fillRect/>
          </a:stretch>
        </p:blipFill>
        <p:spPr>
          <a:xfrm>
            <a:off x="285880" y="200100"/>
            <a:ext cx="4226331" cy="3795828"/>
          </a:xfrm>
          <a:prstGeom prst="rect">
            <a:avLst/>
          </a:prstGeom>
          <a:ln>
            <a:noFill/>
          </a:ln>
          <a:effectLst>
            <a:softEdge rad="112500"/>
          </a:effectLst>
        </p:spPr>
      </p:pic>
      <p:cxnSp>
        <p:nvCxnSpPr>
          <p:cNvPr id="8" name="Straight Arrow Connector 7">
            <a:extLst>
              <a:ext uri="{FF2B5EF4-FFF2-40B4-BE49-F238E27FC236}">
                <a16:creationId xmlns:a16="http://schemas.microsoft.com/office/drawing/2014/main" id="{06F7FC9B-0FA0-2389-6CD4-ED097AE1EF83}"/>
              </a:ext>
            </a:extLst>
          </p:cNvPr>
          <p:cNvCxnSpPr>
            <a:cxnSpLocks/>
            <a:endCxn id="10" idx="0"/>
          </p:cNvCxnSpPr>
          <p:nvPr/>
        </p:nvCxnSpPr>
        <p:spPr>
          <a:xfrm flipH="1">
            <a:off x="4798723" y="3992027"/>
            <a:ext cx="1222708" cy="114794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29389D9-761A-4F75-38CD-862C78E9739F}"/>
              </a:ext>
            </a:extLst>
          </p:cNvPr>
          <p:cNvSpPr txBox="1"/>
          <p:nvPr/>
        </p:nvSpPr>
        <p:spPr>
          <a:xfrm>
            <a:off x="508439" y="6287911"/>
            <a:ext cx="6614161" cy="461665"/>
          </a:xfrm>
          <a:prstGeom prst="rect">
            <a:avLst/>
          </a:prstGeom>
          <a:noFill/>
        </p:spPr>
        <p:txBody>
          <a:bodyPr wrap="square">
            <a:spAutoFit/>
          </a:bodyPr>
          <a:lstStyle/>
          <a:p>
            <a:r>
              <a:rPr lang="nl-NL" sz="1200" i="1" dirty="0">
                <a:solidFill>
                  <a:schemeClr val="bg1"/>
                </a:solidFill>
              </a:rPr>
              <a:t>De naam van de groep en of de groep een klas is ja/nee staat los van de samengestelde sleutel (</a:t>
            </a:r>
            <a:r>
              <a:rPr lang="nl-NL" sz="1200" i="1" dirty="0" err="1">
                <a:solidFill>
                  <a:schemeClr val="bg1"/>
                </a:solidFill>
              </a:rPr>
              <a:t>GroepCode+GebruikerAfkorting</a:t>
            </a:r>
            <a:r>
              <a:rPr lang="nl-NL" sz="1200" i="1" dirty="0">
                <a:solidFill>
                  <a:schemeClr val="bg1"/>
                </a:solidFill>
              </a:rPr>
              <a:t>), maar gaat alleen over de groep (</a:t>
            </a:r>
            <a:r>
              <a:rPr lang="nl-NL" sz="1200" i="1" dirty="0" err="1">
                <a:solidFill>
                  <a:schemeClr val="bg1"/>
                </a:solidFill>
              </a:rPr>
              <a:t>GroepCode</a:t>
            </a:r>
            <a:r>
              <a:rPr lang="nl-NL" sz="1200" i="1" dirty="0">
                <a:solidFill>
                  <a:schemeClr val="bg1"/>
                </a:solidFill>
              </a:rPr>
              <a:t>)</a:t>
            </a:r>
          </a:p>
        </p:txBody>
      </p:sp>
      <p:sp>
        <p:nvSpPr>
          <p:cNvPr id="5" name="Rectangle 4">
            <a:extLst>
              <a:ext uri="{FF2B5EF4-FFF2-40B4-BE49-F238E27FC236}">
                <a16:creationId xmlns:a16="http://schemas.microsoft.com/office/drawing/2014/main" id="{621C68EA-E1E5-B093-9E80-D68A5B35D5C5}"/>
              </a:ext>
            </a:extLst>
          </p:cNvPr>
          <p:cNvSpPr/>
          <p:nvPr/>
        </p:nvSpPr>
        <p:spPr>
          <a:xfrm>
            <a:off x="5577840" y="4484965"/>
            <a:ext cx="6614160" cy="1275754"/>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TextBox 14">
            <a:extLst>
              <a:ext uri="{FF2B5EF4-FFF2-40B4-BE49-F238E27FC236}">
                <a16:creationId xmlns:a16="http://schemas.microsoft.com/office/drawing/2014/main" id="{01D4430C-4739-B3E7-5C58-4EAAA03ED4B2}"/>
              </a:ext>
            </a:extLst>
          </p:cNvPr>
          <p:cNvSpPr txBox="1"/>
          <p:nvPr/>
        </p:nvSpPr>
        <p:spPr>
          <a:xfrm>
            <a:off x="3175728" y="4264625"/>
            <a:ext cx="2402112" cy="584775"/>
          </a:xfrm>
          <a:prstGeom prst="rect">
            <a:avLst/>
          </a:prstGeom>
          <a:noFill/>
        </p:spPr>
        <p:txBody>
          <a:bodyPr wrap="square">
            <a:spAutoFit/>
          </a:bodyPr>
          <a:lstStyle/>
          <a:p>
            <a:pPr marL="171450" indent="-171450">
              <a:buFont typeface="Arial" panose="020B0604020202020204" pitchFamily="34" charset="0"/>
              <a:buChar char="•"/>
            </a:pPr>
            <a:r>
              <a:rPr lang="nl-NL" sz="1600" u="sng" dirty="0" err="1">
                <a:solidFill>
                  <a:schemeClr val="bg1"/>
                </a:solidFill>
              </a:rPr>
              <a:t>GroepCode</a:t>
            </a:r>
            <a:r>
              <a:rPr lang="nl-NL" sz="1600" u="sng" dirty="0">
                <a:solidFill>
                  <a:schemeClr val="bg1"/>
                </a:solidFill>
              </a:rPr>
              <a:t> (FK)</a:t>
            </a:r>
            <a:endParaRPr lang="nl-NL" sz="1600" dirty="0">
              <a:solidFill>
                <a:schemeClr val="bg1"/>
              </a:solidFill>
            </a:endParaRPr>
          </a:p>
          <a:p>
            <a:pPr marL="171450" indent="-171450">
              <a:buFont typeface="Arial" panose="020B0604020202020204" pitchFamily="34" charset="0"/>
              <a:buChar char="•"/>
            </a:pPr>
            <a:r>
              <a:rPr lang="nl-NL" sz="1600" u="sng" dirty="0" err="1">
                <a:solidFill>
                  <a:schemeClr val="bg1"/>
                </a:solidFill>
              </a:rPr>
              <a:t>GebruikerAfkorting</a:t>
            </a:r>
            <a:r>
              <a:rPr lang="nl-NL" sz="1600" u="sng" dirty="0">
                <a:solidFill>
                  <a:schemeClr val="bg1"/>
                </a:solidFill>
              </a:rPr>
              <a:t> (FK)</a:t>
            </a:r>
            <a:endParaRPr lang="nl-NL" sz="1600" dirty="0">
              <a:solidFill>
                <a:schemeClr val="bg1"/>
              </a:solidFill>
            </a:endParaRPr>
          </a:p>
        </p:txBody>
      </p:sp>
      <p:sp>
        <p:nvSpPr>
          <p:cNvPr id="10" name="TextBox 9">
            <a:extLst>
              <a:ext uri="{FF2B5EF4-FFF2-40B4-BE49-F238E27FC236}">
                <a16:creationId xmlns:a16="http://schemas.microsoft.com/office/drawing/2014/main" id="{37A2C394-EDC2-E513-48AE-234F94B9D1DD}"/>
              </a:ext>
            </a:extLst>
          </p:cNvPr>
          <p:cNvSpPr txBox="1"/>
          <p:nvPr/>
        </p:nvSpPr>
        <p:spPr>
          <a:xfrm>
            <a:off x="3685743" y="5139969"/>
            <a:ext cx="2225960" cy="830997"/>
          </a:xfrm>
          <a:prstGeom prst="rect">
            <a:avLst/>
          </a:prstGeom>
          <a:noFill/>
        </p:spPr>
        <p:txBody>
          <a:bodyPr wrap="square">
            <a:spAutoFit/>
          </a:bodyPr>
          <a:lstStyle/>
          <a:p>
            <a:pPr marL="171450" indent="-171450">
              <a:buFont typeface="Arial" panose="020B0604020202020204" pitchFamily="34" charset="0"/>
              <a:buChar char="•"/>
            </a:pPr>
            <a:r>
              <a:rPr lang="nl-NL" sz="1600" u="sng" dirty="0" err="1">
                <a:solidFill>
                  <a:schemeClr val="bg1"/>
                </a:solidFill>
              </a:rPr>
              <a:t>GroepCode</a:t>
            </a:r>
            <a:r>
              <a:rPr lang="nl-NL" sz="1600" dirty="0">
                <a:solidFill>
                  <a:schemeClr val="bg1"/>
                </a:solidFill>
              </a:rPr>
              <a:t> (PK)</a:t>
            </a:r>
          </a:p>
          <a:p>
            <a:pPr marL="171450" indent="-171450">
              <a:buFont typeface="Arial" panose="020B0604020202020204" pitchFamily="34" charset="0"/>
              <a:buChar char="•"/>
            </a:pPr>
            <a:r>
              <a:rPr lang="nl-NL" sz="1600" dirty="0" err="1">
                <a:solidFill>
                  <a:schemeClr val="bg1"/>
                </a:solidFill>
              </a:rPr>
              <a:t>GroepNaam</a:t>
            </a:r>
            <a:endParaRPr lang="nl-NL" sz="1600" dirty="0">
              <a:solidFill>
                <a:schemeClr val="bg1"/>
              </a:solidFill>
            </a:endParaRPr>
          </a:p>
          <a:p>
            <a:pPr marL="171450" indent="-171450">
              <a:buFont typeface="Arial" panose="020B0604020202020204" pitchFamily="34" charset="0"/>
              <a:buChar char="•"/>
            </a:pPr>
            <a:r>
              <a:rPr lang="nl-NL" sz="1600" dirty="0" err="1">
                <a:solidFill>
                  <a:schemeClr val="bg1"/>
                </a:solidFill>
              </a:rPr>
              <a:t>GroepIsKlas</a:t>
            </a:r>
            <a:endParaRPr lang="nl-NL" sz="1600" dirty="0">
              <a:solidFill>
                <a:schemeClr val="bg1"/>
              </a:solidFill>
            </a:endParaRPr>
          </a:p>
        </p:txBody>
      </p:sp>
      <p:sp>
        <p:nvSpPr>
          <p:cNvPr id="17" name="TextBox 16">
            <a:extLst>
              <a:ext uri="{FF2B5EF4-FFF2-40B4-BE49-F238E27FC236}">
                <a16:creationId xmlns:a16="http://schemas.microsoft.com/office/drawing/2014/main" id="{CADB3BE5-2D7C-ED6E-5C46-AAC1581B3DAC}"/>
              </a:ext>
            </a:extLst>
          </p:cNvPr>
          <p:cNvSpPr txBox="1"/>
          <p:nvPr/>
        </p:nvSpPr>
        <p:spPr>
          <a:xfrm>
            <a:off x="9047096" y="6253657"/>
            <a:ext cx="2859024" cy="461665"/>
          </a:xfrm>
          <a:prstGeom prst="rect">
            <a:avLst/>
          </a:prstGeom>
          <a:noFill/>
        </p:spPr>
        <p:txBody>
          <a:bodyPr wrap="square">
            <a:spAutoFit/>
          </a:bodyPr>
          <a:lstStyle/>
          <a:p>
            <a:r>
              <a:rPr lang="nl-NL" sz="1200" i="1" dirty="0">
                <a:solidFill>
                  <a:schemeClr val="bg1"/>
                </a:solidFill>
              </a:rPr>
              <a:t>Primaire sleutel = </a:t>
            </a:r>
            <a:r>
              <a:rPr lang="nl-NL" sz="1200" i="1" dirty="0" err="1">
                <a:solidFill>
                  <a:schemeClr val="bg1"/>
                </a:solidFill>
              </a:rPr>
              <a:t>Primary</a:t>
            </a:r>
            <a:r>
              <a:rPr lang="nl-NL" sz="1200" i="1" dirty="0">
                <a:solidFill>
                  <a:schemeClr val="bg1"/>
                </a:solidFill>
              </a:rPr>
              <a:t> </a:t>
            </a:r>
            <a:r>
              <a:rPr lang="nl-NL" sz="1200" i="1" dirty="0" err="1">
                <a:solidFill>
                  <a:schemeClr val="bg1"/>
                </a:solidFill>
              </a:rPr>
              <a:t>Key</a:t>
            </a:r>
            <a:r>
              <a:rPr lang="nl-NL" sz="1200" i="1" dirty="0">
                <a:solidFill>
                  <a:schemeClr val="bg1"/>
                </a:solidFill>
              </a:rPr>
              <a:t> = PK</a:t>
            </a:r>
          </a:p>
          <a:p>
            <a:r>
              <a:rPr lang="nl-NL" sz="1200" i="1" dirty="0">
                <a:solidFill>
                  <a:schemeClr val="bg1"/>
                </a:solidFill>
              </a:rPr>
              <a:t>Vreemde sleutel = </a:t>
            </a:r>
            <a:r>
              <a:rPr lang="nl-NL" sz="1200" i="1" dirty="0" err="1">
                <a:solidFill>
                  <a:schemeClr val="bg1"/>
                </a:solidFill>
              </a:rPr>
              <a:t>Foreign</a:t>
            </a:r>
            <a:r>
              <a:rPr lang="nl-NL" sz="1200" i="1" dirty="0">
                <a:solidFill>
                  <a:schemeClr val="bg1"/>
                </a:solidFill>
              </a:rPr>
              <a:t> </a:t>
            </a:r>
            <a:r>
              <a:rPr lang="nl-NL" sz="1200" i="1" dirty="0" err="1">
                <a:solidFill>
                  <a:schemeClr val="bg1"/>
                </a:solidFill>
              </a:rPr>
              <a:t>Key</a:t>
            </a:r>
            <a:r>
              <a:rPr lang="nl-NL" sz="1200" i="1" dirty="0">
                <a:solidFill>
                  <a:schemeClr val="bg1"/>
                </a:solidFill>
              </a:rPr>
              <a:t> = FK</a:t>
            </a:r>
          </a:p>
        </p:txBody>
      </p:sp>
    </p:spTree>
    <p:extLst>
      <p:ext uri="{BB962C8B-B14F-4D97-AF65-F5344CB8AC3E}">
        <p14:creationId xmlns:p14="http://schemas.microsoft.com/office/powerpoint/2010/main" val="70594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67E1C70-7F5A-2DC7-5E2D-BBBC9DB002A7}"/>
              </a:ext>
            </a:extLst>
          </p:cNvPr>
          <p:cNvPicPr>
            <a:picLocks noChangeAspect="1"/>
          </p:cNvPicPr>
          <p:nvPr/>
        </p:nvPicPr>
        <p:blipFill>
          <a:blip r:embed="rId3"/>
          <a:stretch>
            <a:fillRect/>
          </a:stretch>
        </p:blipFill>
        <p:spPr>
          <a:xfrm>
            <a:off x="5687568" y="1007079"/>
            <a:ext cx="6218552" cy="4470949"/>
          </a:xfrm>
          <a:prstGeom prst="rect">
            <a:avLst/>
          </a:prstGeom>
        </p:spPr>
      </p:pic>
      <p:sp>
        <p:nvSpPr>
          <p:cNvPr id="3" name="Rectangle 2">
            <a:extLst>
              <a:ext uri="{FF2B5EF4-FFF2-40B4-BE49-F238E27FC236}">
                <a16:creationId xmlns:a16="http://schemas.microsoft.com/office/drawing/2014/main" id="{5592BE01-75F0-8450-8E4E-3500AB751FAC}"/>
              </a:ext>
            </a:extLst>
          </p:cNvPr>
          <p:cNvSpPr/>
          <p:nvPr/>
        </p:nvSpPr>
        <p:spPr>
          <a:xfrm>
            <a:off x="5577840" y="1007079"/>
            <a:ext cx="6614160" cy="3477886"/>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tekst 3">
            <a:extLst>
              <a:ext uri="{FF2B5EF4-FFF2-40B4-BE49-F238E27FC236}">
                <a16:creationId xmlns:a16="http://schemas.microsoft.com/office/drawing/2014/main" id="{668DE40B-731F-82EB-B70E-89AB2609D637}"/>
              </a:ext>
            </a:extLst>
          </p:cNvPr>
          <p:cNvSpPr txBox="1">
            <a:spLocks/>
          </p:cNvSpPr>
          <p:nvPr/>
        </p:nvSpPr>
        <p:spPr>
          <a:xfrm>
            <a:off x="584351" y="4310725"/>
            <a:ext cx="2591377" cy="1274664"/>
          </a:xfrm>
          <a:prstGeom prst="rect">
            <a:avLst/>
          </a:prstGeom>
        </p:spPr>
        <p:txBody>
          <a:bodyPr vert="horz" lIns="0" tIns="0" rIns="0" bIns="0" rtlCol="0" anchor="t" anchorCtr="0"/>
          <a:lstStyle>
            <a:defPPr rtl="0">
              <a:defRPr lang="nl-nl"/>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nl-NL" sz="1600" u="sng" dirty="0" err="1"/>
              <a:t>GebruikerAfkorting</a:t>
            </a:r>
            <a:r>
              <a:rPr lang="nl-NL" sz="1600" dirty="0"/>
              <a:t> (PK)</a:t>
            </a:r>
          </a:p>
          <a:p>
            <a:pPr marL="171450" indent="-171450">
              <a:buFont typeface="Arial" panose="020B0604020202020204" pitchFamily="34" charset="0"/>
              <a:buChar char="•"/>
            </a:pPr>
            <a:r>
              <a:rPr lang="nl-NL" sz="1600" dirty="0" err="1"/>
              <a:t>GebruikerTypeCode</a:t>
            </a:r>
            <a:r>
              <a:rPr lang="nl-NL" sz="1600" dirty="0"/>
              <a:t> (FK)</a:t>
            </a:r>
          </a:p>
          <a:p>
            <a:pPr marL="171450" indent="-171450">
              <a:buFont typeface="Arial" panose="020B0604020202020204" pitchFamily="34" charset="0"/>
              <a:buChar char="•"/>
            </a:pPr>
            <a:r>
              <a:rPr lang="nl-NL" sz="1600" dirty="0" err="1"/>
              <a:t>GebruikerNaam</a:t>
            </a:r>
            <a:endParaRPr lang="nl-NL" sz="1600" dirty="0"/>
          </a:p>
          <a:p>
            <a:pPr marL="171450" indent="-171450">
              <a:buFont typeface="Arial" panose="020B0604020202020204" pitchFamily="34" charset="0"/>
              <a:buChar char="•"/>
            </a:pPr>
            <a:r>
              <a:rPr lang="nl-NL" sz="1600" dirty="0" err="1"/>
              <a:t>GebruikerEmail</a:t>
            </a:r>
            <a:endParaRPr lang="nl-NL" sz="1600" dirty="0"/>
          </a:p>
          <a:p>
            <a:pPr marL="171450" indent="-171450">
              <a:buFont typeface="Arial" panose="020B0604020202020204" pitchFamily="34" charset="0"/>
              <a:buChar char="•"/>
            </a:pPr>
            <a:r>
              <a:rPr lang="nl-NL" sz="1600" dirty="0" err="1"/>
              <a:t>GebruikerWachtwoord</a:t>
            </a:r>
            <a:endParaRPr lang="nl-NL" sz="1600" dirty="0"/>
          </a:p>
        </p:txBody>
      </p:sp>
      <p:pic>
        <p:nvPicPr>
          <p:cNvPr id="6" name="Picture 5">
            <a:extLst>
              <a:ext uri="{FF2B5EF4-FFF2-40B4-BE49-F238E27FC236}">
                <a16:creationId xmlns:a16="http://schemas.microsoft.com/office/drawing/2014/main" id="{6F3BBAEA-DB45-912D-509C-F237617725E8}"/>
              </a:ext>
            </a:extLst>
          </p:cNvPr>
          <p:cNvPicPr>
            <a:picLocks noChangeAspect="1"/>
          </p:cNvPicPr>
          <p:nvPr/>
        </p:nvPicPr>
        <p:blipFill>
          <a:blip r:embed="rId4"/>
          <a:stretch>
            <a:fillRect/>
          </a:stretch>
        </p:blipFill>
        <p:spPr>
          <a:xfrm>
            <a:off x="285880" y="200100"/>
            <a:ext cx="4226331" cy="3795828"/>
          </a:xfrm>
          <a:prstGeom prst="rect">
            <a:avLst/>
          </a:prstGeom>
          <a:ln>
            <a:noFill/>
          </a:ln>
          <a:effectLst>
            <a:softEdge rad="112500"/>
          </a:effectLst>
        </p:spPr>
      </p:pic>
      <p:cxnSp>
        <p:nvCxnSpPr>
          <p:cNvPr id="8" name="Straight Arrow Connector 7">
            <a:extLst>
              <a:ext uri="{FF2B5EF4-FFF2-40B4-BE49-F238E27FC236}">
                <a16:creationId xmlns:a16="http://schemas.microsoft.com/office/drawing/2014/main" id="{06F7FC9B-0FA0-2389-6CD4-ED097AE1EF83}"/>
              </a:ext>
            </a:extLst>
          </p:cNvPr>
          <p:cNvCxnSpPr>
            <a:cxnSpLocks/>
          </p:cNvCxnSpPr>
          <p:nvPr/>
        </p:nvCxnSpPr>
        <p:spPr>
          <a:xfrm flipH="1">
            <a:off x="2282808" y="5018444"/>
            <a:ext cx="4145424" cy="75015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29389D9-761A-4F75-38CD-862C78E9739F}"/>
              </a:ext>
            </a:extLst>
          </p:cNvPr>
          <p:cNvSpPr txBox="1"/>
          <p:nvPr/>
        </p:nvSpPr>
        <p:spPr>
          <a:xfrm>
            <a:off x="508439" y="6287911"/>
            <a:ext cx="6614161" cy="461665"/>
          </a:xfrm>
          <a:prstGeom prst="rect">
            <a:avLst/>
          </a:prstGeom>
          <a:noFill/>
        </p:spPr>
        <p:txBody>
          <a:bodyPr wrap="square">
            <a:spAutoFit/>
          </a:bodyPr>
          <a:lstStyle/>
          <a:p>
            <a:r>
              <a:rPr lang="nl-NL" sz="1200" i="1" dirty="0">
                <a:solidFill>
                  <a:schemeClr val="bg1"/>
                </a:solidFill>
              </a:rPr>
              <a:t>De naam van de groep en of de groep een klas is ja/nee staat los van de samengestelde sleutel (</a:t>
            </a:r>
            <a:r>
              <a:rPr lang="nl-NL" sz="1200" i="1" dirty="0" err="1">
                <a:solidFill>
                  <a:schemeClr val="bg1"/>
                </a:solidFill>
              </a:rPr>
              <a:t>GroepCode+GebruikerAfkorting</a:t>
            </a:r>
            <a:r>
              <a:rPr lang="nl-NL" sz="1200" i="1" dirty="0">
                <a:solidFill>
                  <a:schemeClr val="bg1"/>
                </a:solidFill>
              </a:rPr>
              <a:t>), maar gaat alleen over de groep (</a:t>
            </a:r>
            <a:r>
              <a:rPr lang="nl-NL" sz="1200" i="1" dirty="0" err="1">
                <a:solidFill>
                  <a:schemeClr val="bg1"/>
                </a:solidFill>
              </a:rPr>
              <a:t>GroepCode</a:t>
            </a:r>
            <a:r>
              <a:rPr lang="nl-NL" sz="1200" i="1" dirty="0">
                <a:solidFill>
                  <a:schemeClr val="bg1"/>
                </a:solidFill>
              </a:rPr>
              <a:t>)</a:t>
            </a:r>
          </a:p>
        </p:txBody>
      </p:sp>
      <p:sp>
        <p:nvSpPr>
          <p:cNvPr id="15" name="TextBox 14">
            <a:extLst>
              <a:ext uri="{FF2B5EF4-FFF2-40B4-BE49-F238E27FC236}">
                <a16:creationId xmlns:a16="http://schemas.microsoft.com/office/drawing/2014/main" id="{01D4430C-4739-B3E7-5C58-4EAAA03ED4B2}"/>
              </a:ext>
            </a:extLst>
          </p:cNvPr>
          <p:cNvSpPr txBox="1"/>
          <p:nvPr/>
        </p:nvSpPr>
        <p:spPr>
          <a:xfrm>
            <a:off x="3175728" y="4264625"/>
            <a:ext cx="2402112" cy="584775"/>
          </a:xfrm>
          <a:prstGeom prst="rect">
            <a:avLst/>
          </a:prstGeom>
          <a:noFill/>
        </p:spPr>
        <p:txBody>
          <a:bodyPr wrap="square">
            <a:spAutoFit/>
          </a:bodyPr>
          <a:lstStyle/>
          <a:p>
            <a:pPr marL="171450" indent="-171450">
              <a:buFont typeface="Arial" panose="020B0604020202020204" pitchFamily="34" charset="0"/>
              <a:buChar char="•"/>
            </a:pPr>
            <a:r>
              <a:rPr lang="nl-NL" sz="1600" u="sng" dirty="0" err="1">
                <a:solidFill>
                  <a:schemeClr val="bg1"/>
                </a:solidFill>
              </a:rPr>
              <a:t>GroepCode</a:t>
            </a:r>
            <a:r>
              <a:rPr lang="nl-NL" sz="1600" u="sng" dirty="0">
                <a:solidFill>
                  <a:schemeClr val="bg1"/>
                </a:solidFill>
              </a:rPr>
              <a:t> (FK)</a:t>
            </a:r>
            <a:endParaRPr lang="nl-NL" sz="1600" dirty="0">
              <a:solidFill>
                <a:schemeClr val="bg1"/>
              </a:solidFill>
            </a:endParaRPr>
          </a:p>
          <a:p>
            <a:pPr marL="171450" indent="-171450">
              <a:buFont typeface="Arial" panose="020B0604020202020204" pitchFamily="34" charset="0"/>
              <a:buChar char="•"/>
            </a:pPr>
            <a:r>
              <a:rPr lang="nl-NL" sz="1600" u="sng" dirty="0" err="1">
                <a:solidFill>
                  <a:schemeClr val="bg1"/>
                </a:solidFill>
              </a:rPr>
              <a:t>GebruikerAfkorting</a:t>
            </a:r>
            <a:r>
              <a:rPr lang="nl-NL" sz="1600" u="sng" dirty="0">
                <a:solidFill>
                  <a:schemeClr val="bg1"/>
                </a:solidFill>
              </a:rPr>
              <a:t> (FK)</a:t>
            </a:r>
            <a:endParaRPr lang="nl-NL" sz="1600" dirty="0">
              <a:solidFill>
                <a:schemeClr val="bg1"/>
              </a:solidFill>
            </a:endParaRPr>
          </a:p>
        </p:txBody>
      </p:sp>
      <p:sp>
        <p:nvSpPr>
          <p:cNvPr id="10" name="TextBox 9">
            <a:extLst>
              <a:ext uri="{FF2B5EF4-FFF2-40B4-BE49-F238E27FC236}">
                <a16:creationId xmlns:a16="http://schemas.microsoft.com/office/drawing/2014/main" id="{37A2C394-EDC2-E513-48AE-234F94B9D1DD}"/>
              </a:ext>
            </a:extLst>
          </p:cNvPr>
          <p:cNvSpPr txBox="1"/>
          <p:nvPr/>
        </p:nvSpPr>
        <p:spPr>
          <a:xfrm>
            <a:off x="3685743" y="5139969"/>
            <a:ext cx="2225960" cy="830997"/>
          </a:xfrm>
          <a:prstGeom prst="rect">
            <a:avLst/>
          </a:prstGeom>
          <a:noFill/>
        </p:spPr>
        <p:txBody>
          <a:bodyPr wrap="square">
            <a:spAutoFit/>
          </a:bodyPr>
          <a:lstStyle/>
          <a:p>
            <a:pPr marL="171450" indent="-171450">
              <a:buFont typeface="Arial" panose="020B0604020202020204" pitchFamily="34" charset="0"/>
              <a:buChar char="•"/>
            </a:pPr>
            <a:r>
              <a:rPr lang="nl-NL" sz="1600" u="sng" dirty="0" err="1">
                <a:solidFill>
                  <a:schemeClr val="bg1"/>
                </a:solidFill>
              </a:rPr>
              <a:t>GroepCode</a:t>
            </a:r>
            <a:r>
              <a:rPr lang="nl-NL" sz="1600" dirty="0">
                <a:solidFill>
                  <a:schemeClr val="bg1"/>
                </a:solidFill>
              </a:rPr>
              <a:t> (PK)</a:t>
            </a:r>
          </a:p>
          <a:p>
            <a:pPr marL="171450" indent="-171450">
              <a:buFont typeface="Arial" panose="020B0604020202020204" pitchFamily="34" charset="0"/>
              <a:buChar char="•"/>
            </a:pPr>
            <a:r>
              <a:rPr lang="nl-NL" sz="1600" dirty="0" err="1">
                <a:solidFill>
                  <a:schemeClr val="bg1"/>
                </a:solidFill>
              </a:rPr>
              <a:t>GroepNaam</a:t>
            </a:r>
            <a:endParaRPr lang="nl-NL" sz="1600" dirty="0">
              <a:solidFill>
                <a:schemeClr val="bg1"/>
              </a:solidFill>
            </a:endParaRPr>
          </a:p>
          <a:p>
            <a:pPr marL="171450" indent="-171450">
              <a:buFont typeface="Arial" panose="020B0604020202020204" pitchFamily="34" charset="0"/>
              <a:buChar char="•"/>
            </a:pPr>
            <a:r>
              <a:rPr lang="nl-NL" sz="1600" dirty="0" err="1">
                <a:solidFill>
                  <a:schemeClr val="bg1"/>
                </a:solidFill>
              </a:rPr>
              <a:t>GroepIsKlas</a:t>
            </a:r>
            <a:endParaRPr lang="nl-NL" sz="1600" dirty="0">
              <a:solidFill>
                <a:schemeClr val="bg1"/>
              </a:solidFill>
            </a:endParaRPr>
          </a:p>
        </p:txBody>
      </p:sp>
      <p:sp>
        <p:nvSpPr>
          <p:cNvPr id="16" name="Tijdelijke aanduiding voor tekst 3">
            <a:extLst>
              <a:ext uri="{FF2B5EF4-FFF2-40B4-BE49-F238E27FC236}">
                <a16:creationId xmlns:a16="http://schemas.microsoft.com/office/drawing/2014/main" id="{29D63F7B-B87C-CF8F-E3AC-42A395C51A98}"/>
              </a:ext>
            </a:extLst>
          </p:cNvPr>
          <p:cNvSpPr txBox="1">
            <a:spLocks/>
          </p:cNvSpPr>
          <p:nvPr/>
        </p:nvSpPr>
        <p:spPr>
          <a:xfrm>
            <a:off x="728250" y="5659283"/>
            <a:ext cx="2591377" cy="554734"/>
          </a:xfrm>
          <a:prstGeom prst="rect">
            <a:avLst/>
          </a:prstGeom>
        </p:spPr>
        <p:txBody>
          <a:bodyPr vert="horz" lIns="0" tIns="0" rIns="0" bIns="0" rtlCol="0" anchor="t" anchorCtr="0"/>
          <a:lstStyle>
            <a:defPPr rtl="0">
              <a:defRPr lang="nl-nl"/>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nl-NL" sz="1600" u="sng" dirty="0" err="1"/>
              <a:t>TypeCode</a:t>
            </a:r>
            <a:r>
              <a:rPr lang="nl-NL" sz="1600" dirty="0"/>
              <a:t> (PK)</a:t>
            </a:r>
          </a:p>
          <a:p>
            <a:pPr marL="171450" indent="-171450">
              <a:buFont typeface="Arial" panose="020B0604020202020204" pitchFamily="34" charset="0"/>
              <a:buChar char="•"/>
            </a:pPr>
            <a:r>
              <a:rPr lang="nl-NL" sz="1600" dirty="0"/>
              <a:t>Type</a:t>
            </a:r>
          </a:p>
        </p:txBody>
      </p:sp>
      <p:sp>
        <p:nvSpPr>
          <p:cNvPr id="17" name="TextBox 16">
            <a:extLst>
              <a:ext uri="{FF2B5EF4-FFF2-40B4-BE49-F238E27FC236}">
                <a16:creationId xmlns:a16="http://schemas.microsoft.com/office/drawing/2014/main" id="{EF54681D-AA66-6DBF-1C24-4036A012ED1B}"/>
              </a:ext>
            </a:extLst>
          </p:cNvPr>
          <p:cNvSpPr txBox="1"/>
          <p:nvPr/>
        </p:nvSpPr>
        <p:spPr>
          <a:xfrm>
            <a:off x="9047096" y="6253657"/>
            <a:ext cx="2859024" cy="461665"/>
          </a:xfrm>
          <a:prstGeom prst="rect">
            <a:avLst/>
          </a:prstGeom>
          <a:noFill/>
        </p:spPr>
        <p:txBody>
          <a:bodyPr wrap="square">
            <a:spAutoFit/>
          </a:bodyPr>
          <a:lstStyle/>
          <a:p>
            <a:r>
              <a:rPr lang="nl-NL" sz="1200" i="1" dirty="0">
                <a:solidFill>
                  <a:schemeClr val="bg1"/>
                </a:solidFill>
              </a:rPr>
              <a:t>Primaire sleutel = </a:t>
            </a:r>
            <a:r>
              <a:rPr lang="nl-NL" sz="1200" i="1" dirty="0" err="1">
                <a:solidFill>
                  <a:schemeClr val="bg1"/>
                </a:solidFill>
              </a:rPr>
              <a:t>Primary</a:t>
            </a:r>
            <a:r>
              <a:rPr lang="nl-NL" sz="1200" i="1" dirty="0">
                <a:solidFill>
                  <a:schemeClr val="bg1"/>
                </a:solidFill>
              </a:rPr>
              <a:t> </a:t>
            </a:r>
            <a:r>
              <a:rPr lang="nl-NL" sz="1200" i="1" dirty="0" err="1">
                <a:solidFill>
                  <a:schemeClr val="bg1"/>
                </a:solidFill>
              </a:rPr>
              <a:t>Key</a:t>
            </a:r>
            <a:r>
              <a:rPr lang="nl-NL" sz="1200" i="1" dirty="0">
                <a:solidFill>
                  <a:schemeClr val="bg1"/>
                </a:solidFill>
              </a:rPr>
              <a:t> = PK</a:t>
            </a:r>
          </a:p>
          <a:p>
            <a:r>
              <a:rPr lang="nl-NL" sz="1200" i="1" dirty="0">
                <a:solidFill>
                  <a:schemeClr val="bg1"/>
                </a:solidFill>
              </a:rPr>
              <a:t>Vreemde sleutel = </a:t>
            </a:r>
            <a:r>
              <a:rPr lang="nl-NL" sz="1200" i="1" dirty="0" err="1">
                <a:solidFill>
                  <a:schemeClr val="bg1"/>
                </a:solidFill>
              </a:rPr>
              <a:t>Foreign</a:t>
            </a:r>
            <a:r>
              <a:rPr lang="nl-NL" sz="1200" i="1" dirty="0">
                <a:solidFill>
                  <a:schemeClr val="bg1"/>
                </a:solidFill>
              </a:rPr>
              <a:t> </a:t>
            </a:r>
            <a:r>
              <a:rPr lang="nl-NL" sz="1200" i="1" dirty="0" err="1">
                <a:solidFill>
                  <a:schemeClr val="bg1"/>
                </a:solidFill>
              </a:rPr>
              <a:t>Key</a:t>
            </a:r>
            <a:r>
              <a:rPr lang="nl-NL" sz="1200" i="1" dirty="0">
                <a:solidFill>
                  <a:schemeClr val="bg1"/>
                </a:solidFill>
              </a:rPr>
              <a:t> = FK</a:t>
            </a:r>
          </a:p>
        </p:txBody>
      </p:sp>
      <p:cxnSp>
        <p:nvCxnSpPr>
          <p:cNvPr id="18" name="Straight Arrow Connector 17">
            <a:extLst>
              <a:ext uri="{FF2B5EF4-FFF2-40B4-BE49-F238E27FC236}">
                <a16:creationId xmlns:a16="http://schemas.microsoft.com/office/drawing/2014/main" id="{72513C7E-3B97-3178-8147-1AC5EFC4A9FE}"/>
              </a:ext>
            </a:extLst>
          </p:cNvPr>
          <p:cNvCxnSpPr>
            <a:cxnSpLocks/>
          </p:cNvCxnSpPr>
          <p:nvPr/>
        </p:nvCxnSpPr>
        <p:spPr>
          <a:xfrm flipH="1" flipV="1">
            <a:off x="2843784" y="4745736"/>
            <a:ext cx="3584448" cy="54911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7819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668DE40B-731F-82EB-B70E-89AB2609D637}"/>
              </a:ext>
            </a:extLst>
          </p:cNvPr>
          <p:cNvSpPr txBox="1">
            <a:spLocks/>
          </p:cNvSpPr>
          <p:nvPr/>
        </p:nvSpPr>
        <p:spPr>
          <a:xfrm>
            <a:off x="584351" y="4310725"/>
            <a:ext cx="2591377" cy="1274664"/>
          </a:xfrm>
          <a:prstGeom prst="rect">
            <a:avLst/>
          </a:prstGeom>
        </p:spPr>
        <p:txBody>
          <a:bodyPr vert="horz" lIns="0" tIns="0" rIns="0" bIns="0" rtlCol="0" anchor="t" anchorCtr="0"/>
          <a:lstStyle>
            <a:defPPr rtl="0">
              <a:defRPr lang="nl-nl"/>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nl-NL" sz="1600" u="sng" dirty="0" err="1"/>
              <a:t>GebruikerAfkorting</a:t>
            </a:r>
            <a:r>
              <a:rPr lang="nl-NL" sz="1600" dirty="0"/>
              <a:t> (PK)</a:t>
            </a:r>
          </a:p>
          <a:p>
            <a:pPr marL="171450" indent="-171450">
              <a:buFont typeface="Arial" panose="020B0604020202020204" pitchFamily="34" charset="0"/>
              <a:buChar char="•"/>
            </a:pPr>
            <a:r>
              <a:rPr lang="nl-NL" sz="1600" dirty="0" err="1"/>
              <a:t>GebruikerTypeCode</a:t>
            </a:r>
            <a:r>
              <a:rPr lang="nl-NL" sz="1600" dirty="0"/>
              <a:t> (FK)</a:t>
            </a:r>
          </a:p>
          <a:p>
            <a:pPr marL="171450" indent="-171450">
              <a:buFont typeface="Arial" panose="020B0604020202020204" pitchFamily="34" charset="0"/>
              <a:buChar char="•"/>
            </a:pPr>
            <a:r>
              <a:rPr lang="nl-NL" sz="1600" dirty="0" err="1"/>
              <a:t>GebruikerNaam</a:t>
            </a:r>
            <a:endParaRPr lang="nl-NL" sz="1600" dirty="0"/>
          </a:p>
          <a:p>
            <a:pPr marL="171450" indent="-171450">
              <a:buFont typeface="Arial" panose="020B0604020202020204" pitchFamily="34" charset="0"/>
              <a:buChar char="•"/>
            </a:pPr>
            <a:r>
              <a:rPr lang="nl-NL" sz="1600" dirty="0" err="1"/>
              <a:t>GebruikerEmail</a:t>
            </a:r>
            <a:endParaRPr lang="nl-NL" sz="1600" dirty="0"/>
          </a:p>
          <a:p>
            <a:pPr marL="171450" indent="-171450">
              <a:buFont typeface="Arial" panose="020B0604020202020204" pitchFamily="34" charset="0"/>
              <a:buChar char="•"/>
            </a:pPr>
            <a:r>
              <a:rPr lang="nl-NL" sz="1600" dirty="0" err="1"/>
              <a:t>GebruikerWachtwoord</a:t>
            </a:r>
            <a:endParaRPr lang="nl-NL" sz="1600" dirty="0"/>
          </a:p>
        </p:txBody>
      </p:sp>
      <p:sp>
        <p:nvSpPr>
          <p:cNvPr id="15" name="TextBox 14">
            <a:extLst>
              <a:ext uri="{FF2B5EF4-FFF2-40B4-BE49-F238E27FC236}">
                <a16:creationId xmlns:a16="http://schemas.microsoft.com/office/drawing/2014/main" id="{01D4430C-4739-B3E7-5C58-4EAAA03ED4B2}"/>
              </a:ext>
            </a:extLst>
          </p:cNvPr>
          <p:cNvSpPr txBox="1"/>
          <p:nvPr/>
        </p:nvSpPr>
        <p:spPr>
          <a:xfrm>
            <a:off x="3175728" y="4264625"/>
            <a:ext cx="2402112" cy="584775"/>
          </a:xfrm>
          <a:prstGeom prst="rect">
            <a:avLst/>
          </a:prstGeom>
          <a:noFill/>
        </p:spPr>
        <p:txBody>
          <a:bodyPr wrap="square">
            <a:spAutoFit/>
          </a:bodyPr>
          <a:lstStyle/>
          <a:p>
            <a:pPr marL="171450" indent="-171450">
              <a:buFont typeface="Arial" panose="020B0604020202020204" pitchFamily="34" charset="0"/>
              <a:buChar char="•"/>
            </a:pPr>
            <a:r>
              <a:rPr lang="nl-NL" sz="1600" u="sng" dirty="0" err="1">
                <a:solidFill>
                  <a:schemeClr val="bg1"/>
                </a:solidFill>
              </a:rPr>
              <a:t>GroepCode</a:t>
            </a:r>
            <a:r>
              <a:rPr lang="nl-NL" sz="1600" u="sng" dirty="0">
                <a:solidFill>
                  <a:schemeClr val="bg1"/>
                </a:solidFill>
              </a:rPr>
              <a:t> (FK)</a:t>
            </a:r>
            <a:endParaRPr lang="nl-NL" sz="1600" dirty="0">
              <a:solidFill>
                <a:schemeClr val="bg1"/>
              </a:solidFill>
            </a:endParaRPr>
          </a:p>
          <a:p>
            <a:pPr marL="171450" indent="-171450">
              <a:buFont typeface="Arial" panose="020B0604020202020204" pitchFamily="34" charset="0"/>
              <a:buChar char="•"/>
            </a:pPr>
            <a:r>
              <a:rPr lang="nl-NL" sz="1600" u="sng" dirty="0" err="1">
                <a:solidFill>
                  <a:schemeClr val="bg1"/>
                </a:solidFill>
              </a:rPr>
              <a:t>GebruikerAfkorting</a:t>
            </a:r>
            <a:r>
              <a:rPr lang="nl-NL" sz="1600" u="sng" dirty="0">
                <a:solidFill>
                  <a:schemeClr val="bg1"/>
                </a:solidFill>
              </a:rPr>
              <a:t> (FK)</a:t>
            </a:r>
            <a:endParaRPr lang="nl-NL" sz="1600" dirty="0">
              <a:solidFill>
                <a:schemeClr val="bg1"/>
              </a:solidFill>
            </a:endParaRPr>
          </a:p>
        </p:txBody>
      </p:sp>
      <p:sp>
        <p:nvSpPr>
          <p:cNvPr id="10" name="TextBox 9">
            <a:extLst>
              <a:ext uri="{FF2B5EF4-FFF2-40B4-BE49-F238E27FC236}">
                <a16:creationId xmlns:a16="http://schemas.microsoft.com/office/drawing/2014/main" id="{37A2C394-EDC2-E513-48AE-234F94B9D1DD}"/>
              </a:ext>
            </a:extLst>
          </p:cNvPr>
          <p:cNvSpPr txBox="1"/>
          <p:nvPr/>
        </p:nvSpPr>
        <p:spPr>
          <a:xfrm>
            <a:off x="3685743" y="5139969"/>
            <a:ext cx="2225960" cy="830997"/>
          </a:xfrm>
          <a:prstGeom prst="rect">
            <a:avLst/>
          </a:prstGeom>
          <a:noFill/>
        </p:spPr>
        <p:txBody>
          <a:bodyPr wrap="square">
            <a:spAutoFit/>
          </a:bodyPr>
          <a:lstStyle/>
          <a:p>
            <a:pPr marL="171450" indent="-171450">
              <a:buFont typeface="Arial" panose="020B0604020202020204" pitchFamily="34" charset="0"/>
              <a:buChar char="•"/>
            </a:pPr>
            <a:r>
              <a:rPr lang="nl-NL" sz="1600" u="sng" dirty="0" err="1">
                <a:solidFill>
                  <a:schemeClr val="bg1"/>
                </a:solidFill>
              </a:rPr>
              <a:t>GroepCode</a:t>
            </a:r>
            <a:r>
              <a:rPr lang="nl-NL" sz="1600" dirty="0">
                <a:solidFill>
                  <a:schemeClr val="bg1"/>
                </a:solidFill>
              </a:rPr>
              <a:t> (PK)</a:t>
            </a:r>
          </a:p>
          <a:p>
            <a:pPr marL="171450" indent="-171450">
              <a:buFont typeface="Arial" panose="020B0604020202020204" pitchFamily="34" charset="0"/>
              <a:buChar char="•"/>
            </a:pPr>
            <a:r>
              <a:rPr lang="nl-NL" sz="1600" dirty="0" err="1">
                <a:solidFill>
                  <a:schemeClr val="bg1"/>
                </a:solidFill>
              </a:rPr>
              <a:t>GroepNaam</a:t>
            </a:r>
            <a:endParaRPr lang="nl-NL" sz="1600" dirty="0">
              <a:solidFill>
                <a:schemeClr val="bg1"/>
              </a:solidFill>
            </a:endParaRPr>
          </a:p>
          <a:p>
            <a:pPr marL="171450" indent="-171450">
              <a:buFont typeface="Arial" panose="020B0604020202020204" pitchFamily="34" charset="0"/>
              <a:buChar char="•"/>
            </a:pPr>
            <a:r>
              <a:rPr lang="nl-NL" sz="1600" dirty="0" err="1">
                <a:solidFill>
                  <a:schemeClr val="bg1"/>
                </a:solidFill>
              </a:rPr>
              <a:t>GroepIsKlas</a:t>
            </a:r>
            <a:endParaRPr lang="nl-NL" sz="1600" dirty="0">
              <a:solidFill>
                <a:schemeClr val="bg1"/>
              </a:solidFill>
            </a:endParaRPr>
          </a:p>
        </p:txBody>
      </p:sp>
      <p:sp>
        <p:nvSpPr>
          <p:cNvPr id="16" name="Tijdelijke aanduiding voor tekst 3">
            <a:extLst>
              <a:ext uri="{FF2B5EF4-FFF2-40B4-BE49-F238E27FC236}">
                <a16:creationId xmlns:a16="http://schemas.microsoft.com/office/drawing/2014/main" id="{29D63F7B-B87C-CF8F-E3AC-42A395C51A98}"/>
              </a:ext>
            </a:extLst>
          </p:cNvPr>
          <p:cNvSpPr txBox="1">
            <a:spLocks/>
          </p:cNvSpPr>
          <p:nvPr/>
        </p:nvSpPr>
        <p:spPr>
          <a:xfrm>
            <a:off x="728250" y="5659283"/>
            <a:ext cx="2591377" cy="554734"/>
          </a:xfrm>
          <a:prstGeom prst="rect">
            <a:avLst/>
          </a:prstGeom>
        </p:spPr>
        <p:txBody>
          <a:bodyPr vert="horz" lIns="0" tIns="0" rIns="0" bIns="0" rtlCol="0" anchor="t" anchorCtr="0"/>
          <a:lstStyle>
            <a:defPPr rtl="0">
              <a:defRPr lang="nl-nl"/>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nl-NL" sz="1600" u="sng" dirty="0" err="1"/>
              <a:t>TypeCode</a:t>
            </a:r>
            <a:r>
              <a:rPr lang="nl-NL" sz="1600" dirty="0"/>
              <a:t> (PK)</a:t>
            </a:r>
          </a:p>
          <a:p>
            <a:pPr marL="171450" indent="-171450">
              <a:buFont typeface="Arial" panose="020B0604020202020204" pitchFamily="34" charset="0"/>
              <a:buChar char="•"/>
            </a:pPr>
            <a:r>
              <a:rPr lang="nl-NL" sz="1600" dirty="0"/>
              <a:t>Type</a:t>
            </a:r>
          </a:p>
        </p:txBody>
      </p:sp>
      <p:sp>
        <p:nvSpPr>
          <p:cNvPr id="9" name="TextBox 8">
            <a:extLst>
              <a:ext uri="{FF2B5EF4-FFF2-40B4-BE49-F238E27FC236}">
                <a16:creationId xmlns:a16="http://schemas.microsoft.com/office/drawing/2014/main" id="{58B1F998-A41D-EF57-A9B4-B1F3E868653B}"/>
              </a:ext>
            </a:extLst>
          </p:cNvPr>
          <p:cNvSpPr txBox="1"/>
          <p:nvPr/>
        </p:nvSpPr>
        <p:spPr>
          <a:xfrm>
            <a:off x="6949440" y="5555467"/>
            <a:ext cx="4883528" cy="1015663"/>
          </a:xfrm>
          <a:prstGeom prst="rect">
            <a:avLst/>
          </a:prstGeom>
          <a:noFill/>
        </p:spPr>
        <p:txBody>
          <a:bodyPr wrap="square">
            <a:spAutoFit/>
          </a:bodyPr>
          <a:lstStyle/>
          <a:p>
            <a:r>
              <a:rPr lang="nl-NL" sz="1200" i="1" dirty="0">
                <a:solidFill>
                  <a:schemeClr val="bg1"/>
                </a:solidFill>
              </a:rPr>
              <a:t>Bij dit voorbeeld doen we het niet, maar het zou netjes zijn om:</a:t>
            </a:r>
          </a:p>
          <a:p>
            <a:pPr marL="171450" indent="-171450">
              <a:buFont typeface="Arial" panose="020B0604020202020204" pitchFamily="34" charset="0"/>
              <a:buChar char="•"/>
            </a:pPr>
            <a:r>
              <a:rPr lang="nl-NL" sz="1200" i="1" dirty="0">
                <a:solidFill>
                  <a:schemeClr val="bg1"/>
                </a:solidFill>
              </a:rPr>
              <a:t>Alle tabellen en kolommen naar het Engels te vertalen</a:t>
            </a:r>
          </a:p>
          <a:p>
            <a:pPr marL="171450" indent="-171450">
              <a:buFont typeface="Arial" panose="020B0604020202020204" pitchFamily="34" charset="0"/>
              <a:buChar char="•"/>
            </a:pPr>
            <a:r>
              <a:rPr lang="nl-NL" sz="1200" i="1" dirty="0">
                <a:solidFill>
                  <a:schemeClr val="bg1"/>
                </a:solidFill>
              </a:rPr>
              <a:t>De kolommen in een tabel niet de tabelnaam laten te bevatten (Naam en </a:t>
            </a:r>
            <a:r>
              <a:rPr lang="nl-NL" sz="1200" i="1" dirty="0" err="1">
                <a:solidFill>
                  <a:schemeClr val="bg1"/>
                </a:solidFill>
              </a:rPr>
              <a:t>IsKlas</a:t>
            </a:r>
            <a:r>
              <a:rPr lang="nl-NL" sz="1200" i="1" dirty="0">
                <a:solidFill>
                  <a:schemeClr val="bg1"/>
                </a:solidFill>
              </a:rPr>
              <a:t> i.p.v. </a:t>
            </a:r>
            <a:r>
              <a:rPr lang="nl-NL" sz="1200" i="1" dirty="0" err="1">
                <a:solidFill>
                  <a:schemeClr val="bg1"/>
                </a:solidFill>
              </a:rPr>
              <a:t>GebruikerNaam</a:t>
            </a:r>
            <a:r>
              <a:rPr lang="nl-NL" sz="1200" i="1" dirty="0">
                <a:solidFill>
                  <a:schemeClr val="bg1"/>
                </a:solidFill>
              </a:rPr>
              <a:t> en </a:t>
            </a:r>
            <a:r>
              <a:rPr lang="nl-NL" sz="1200" i="1" dirty="0" err="1">
                <a:solidFill>
                  <a:schemeClr val="bg1"/>
                </a:solidFill>
              </a:rPr>
              <a:t>GroepIsKlas</a:t>
            </a:r>
            <a:r>
              <a:rPr lang="nl-NL" sz="1200" i="1" dirty="0">
                <a:solidFill>
                  <a:schemeClr val="bg1"/>
                </a:solidFill>
              </a:rPr>
              <a:t>) tenzij het een </a:t>
            </a:r>
            <a:r>
              <a:rPr lang="nl-NL" sz="1200" i="1" dirty="0" err="1">
                <a:solidFill>
                  <a:schemeClr val="bg1"/>
                </a:solidFill>
              </a:rPr>
              <a:t>Foreign</a:t>
            </a:r>
            <a:r>
              <a:rPr lang="nl-NL" sz="1200" i="1" dirty="0">
                <a:solidFill>
                  <a:schemeClr val="bg1"/>
                </a:solidFill>
              </a:rPr>
              <a:t> </a:t>
            </a:r>
            <a:r>
              <a:rPr lang="nl-NL" sz="1200" i="1" dirty="0" err="1">
                <a:solidFill>
                  <a:schemeClr val="bg1"/>
                </a:solidFill>
              </a:rPr>
              <a:t>Key</a:t>
            </a:r>
            <a:r>
              <a:rPr lang="nl-NL" sz="1200" i="1" dirty="0">
                <a:solidFill>
                  <a:schemeClr val="bg1"/>
                </a:solidFill>
              </a:rPr>
              <a:t> is.</a:t>
            </a:r>
          </a:p>
        </p:txBody>
      </p:sp>
      <p:sp>
        <p:nvSpPr>
          <p:cNvPr id="23" name="Titel 2">
            <a:extLst>
              <a:ext uri="{FF2B5EF4-FFF2-40B4-BE49-F238E27FC236}">
                <a16:creationId xmlns:a16="http://schemas.microsoft.com/office/drawing/2014/main" id="{F9939CD2-51AE-04B8-59D6-B499D4B0526C}"/>
              </a:ext>
            </a:extLst>
          </p:cNvPr>
          <p:cNvSpPr>
            <a:spLocks noGrp="1"/>
          </p:cNvSpPr>
          <p:nvPr>
            <p:ph type="title"/>
          </p:nvPr>
        </p:nvSpPr>
        <p:spPr>
          <a:xfrm>
            <a:off x="577967" y="670787"/>
            <a:ext cx="9379849" cy="610863"/>
          </a:xfrm>
        </p:spPr>
        <p:txBody>
          <a:bodyPr rtlCol="0">
            <a:normAutofit fontScale="90000"/>
          </a:bodyPr>
          <a:lstStyle/>
          <a:p>
            <a:pPr rtl="0"/>
            <a:r>
              <a:rPr lang="nl-NL" dirty="0"/>
              <a:t>ERD van het genormaliseerde ontwerp</a:t>
            </a:r>
          </a:p>
        </p:txBody>
      </p:sp>
      <p:pic>
        <p:nvPicPr>
          <p:cNvPr id="25" name="Picture 24" descr="Diagram&#10;&#10;Description automatically generated">
            <a:extLst>
              <a:ext uri="{FF2B5EF4-FFF2-40B4-BE49-F238E27FC236}">
                <a16:creationId xmlns:a16="http://schemas.microsoft.com/office/drawing/2014/main" id="{474FE4FA-1AC9-D75C-5C59-6E46EC31BD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5459" y="1571053"/>
            <a:ext cx="5746140" cy="2927795"/>
          </a:xfrm>
          <a:prstGeom prst="rect">
            <a:avLst/>
          </a:prstGeom>
        </p:spPr>
      </p:pic>
    </p:spTree>
    <p:extLst>
      <p:ext uri="{BB962C8B-B14F-4D97-AF65-F5344CB8AC3E}">
        <p14:creationId xmlns:p14="http://schemas.microsoft.com/office/powerpoint/2010/main" val="1652550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353F689-2E51-BF4F-AE47-7CEB7CC4C52A}"/>
              </a:ext>
            </a:extLst>
          </p:cNvPr>
          <p:cNvSpPr>
            <a:spLocks noGrp="1"/>
          </p:cNvSpPr>
          <p:nvPr>
            <p:ph type="title"/>
          </p:nvPr>
        </p:nvSpPr>
        <p:spPr/>
        <p:txBody>
          <a:bodyPr rtlCol="0">
            <a:normAutofit fontScale="90000"/>
          </a:bodyPr>
          <a:lstStyle/>
          <a:p>
            <a:pPr rtl="0"/>
            <a:r>
              <a:rPr lang="nl-NL" dirty="0"/>
              <a:t>Koppeltabel normaliseren</a:t>
            </a:r>
          </a:p>
        </p:txBody>
      </p:sp>
      <p:sp>
        <p:nvSpPr>
          <p:cNvPr id="4" name="Tijdelijke aanduiding voor tekst 3">
            <a:extLst>
              <a:ext uri="{FF2B5EF4-FFF2-40B4-BE49-F238E27FC236}">
                <a16:creationId xmlns:a16="http://schemas.microsoft.com/office/drawing/2014/main" id="{A17F80A9-6337-524E-AC61-32C5AFEE8E6D}"/>
              </a:ext>
            </a:extLst>
          </p:cNvPr>
          <p:cNvSpPr>
            <a:spLocks noGrp="1"/>
          </p:cNvSpPr>
          <p:nvPr>
            <p:ph type="body" sz="quarter" idx="11"/>
          </p:nvPr>
        </p:nvSpPr>
        <p:spPr>
          <a:xfrm>
            <a:off x="952500" y="2289362"/>
            <a:ext cx="5332960" cy="3689575"/>
          </a:xfrm>
        </p:spPr>
        <p:txBody>
          <a:bodyPr rtlCol="0"/>
          <a:lstStyle/>
          <a:p>
            <a:pPr rtl="0"/>
            <a:r>
              <a:rPr lang="nl-NL" u="sng" dirty="0"/>
              <a:t>Beantwoord voor jezelf:</a:t>
            </a:r>
          </a:p>
          <a:p>
            <a:pPr marL="285750" indent="-285750" rtl="0">
              <a:buFont typeface="Arial" panose="020B0604020202020204" pitchFamily="34" charset="0"/>
              <a:buChar char="•"/>
            </a:pPr>
            <a:r>
              <a:rPr lang="nl-NL" dirty="0"/>
              <a:t>Welke tabel herken je als koppeltabel?</a:t>
            </a:r>
          </a:p>
          <a:p>
            <a:pPr marL="285750" indent="-285750" rtl="0">
              <a:buFont typeface="Arial" panose="020B0604020202020204" pitchFamily="34" charset="0"/>
              <a:buChar char="•"/>
            </a:pPr>
            <a:r>
              <a:rPr lang="nl-NL" dirty="0"/>
              <a:t>Tussen welke tabellen koppelt deze koppeltabel? Tussen:</a:t>
            </a:r>
          </a:p>
          <a:p>
            <a:pPr marL="971550" lvl="1" indent="-285750"/>
            <a:r>
              <a:rPr lang="nl-NL" sz="1600" dirty="0"/>
              <a:t>(A) ___________________</a:t>
            </a:r>
          </a:p>
          <a:p>
            <a:pPr marL="971550" lvl="1" indent="-285750"/>
            <a:r>
              <a:rPr lang="nl-NL" sz="1600" dirty="0"/>
              <a:t>(B) ___________________</a:t>
            </a:r>
          </a:p>
          <a:p>
            <a:pPr marL="285750" indent="-285750">
              <a:buFont typeface="Arial" panose="020B0604020202020204" pitchFamily="34" charset="0"/>
              <a:buChar char="•"/>
            </a:pPr>
            <a:r>
              <a:rPr lang="nl-NL" dirty="0"/>
              <a:t>Wat voor soort relatie hebben (A) en (B) via de koppeltabel? Vul ‘een’ of ‘meer’ in op de lege plekken:</a:t>
            </a:r>
          </a:p>
          <a:p>
            <a:pPr marL="971550" lvl="1" indent="-285750"/>
            <a:r>
              <a:rPr lang="nl-NL" sz="1600" dirty="0"/>
              <a:t>Een (A) kan bij _________ (B) horen.</a:t>
            </a:r>
          </a:p>
          <a:p>
            <a:pPr marL="971550" lvl="1" indent="-285750"/>
            <a:r>
              <a:rPr lang="nl-NL" sz="1600" dirty="0"/>
              <a:t>Een (B) kan bij _________ (A) horen.</a:t>
            </a:r>
          </a:p>
        </p:txBody>
      </p:sp>
      <p:sp>
        <p:nvSpPr>
          <p:cNvPr id="7" name="Tijdelijke aanduiding voor dianumm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nl-NL" smtClean="0"/>
              <a:pPr rtl="0"/>
              <a:t>20</a:t>
            </a:fld>
            <a:endParaRPr lang="nl-NL"/>
          </a:p>
        </p:txBody>
      </p:sp>
      <p:sp>
        <p:nvSpPr>
          <p:cNvPr id="6" name="Tijdelijke aanduiding voor voettekst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pPr rtl="0"/>
            <a:r>
              <a:rPr lang="nl-NL" dirty="0"/>
              <a:t>Koppeltabellen</a:t>
            </a:r>
          </a:p>
        </p:txBody>
      </p:sp>
      <p:sp>
        <p:nvSpPr>
          <p:cNvPr id="5" name="Tijdelijke aanduiding voor datum 4">
            <a:extLst>
              <a:ext uri="{FF2B5EF4-FFF2-40B4-BE49-F238E27FC236}">
                <a16:creationId xmlns:a16="http://schemas.microsoft.com/office/drawing/2014/main" id="{2E803E71-3088-0347-9BCC-16ADB551CCC8}"/>
              </a:ext>
            </a:extLst>
          </p:cNvPr>
          <p:cNvSpPr>
            <a:spLocks noGrp="1"/>
          </p:cNvSpPr>
          <p:nvPr>
            <p:ph type="dt" sz="half" idx="14"/>
          </p:nvPr>
        </p:nvSpPr>
        <p:spPr>
          <a:xfrm>
            <a:off x="2992120" y="6332220"/>
            <a:ext cx="1313180" cy="247651"/>
          </a:xfrm>
        </p:spPr>
        <p:txBody>
          <a:bodyPr rtlCol="0"/>
          <a:lstStyle/>
          <a:p>
            <a:pPr rtl="0"/>
            <a:fld id="{E9869705-C13B-4B85-B33B-E0C7B7854E8B}" type="datetime4">
              <a:rPr lang="nl-NL" smtClean="0"/>
              <a:t>3 oktober 2023</a:t>
            </a:fld>
            <a:endParaRPr lang="nl-NL"/>
          </a:p>
        </p:txBody>
      </p:sp>
      <p:pic>
        <p:nvPicPr>
          <p:cNvPr id="15" name="Picture 14" descr="Diagram&#10;&#10;Description automatically generated">
            <a:extLst>
              <a:ext uri="{FF2B5EF4-FFF2-40B4-BE49-F238E27FC236}">
                <a16:creationId xmlns:a16="http://schemas.microsoft.com/office/drawing/2014/main" id="{8966F189-7BF4-6AA5-46C6-FFF5E4C10D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5459" y="1571053"/>
            <a:ext cx="5746140" cy="2927795"/>
          </a:xfrm>
          <a:prstGeom prst="rect">
            <a:avLst/>
          </a:prstGeom>
        </p:spPr>
      </p:pic>
    </p:spTree>
    <p:extLst>
      <p:ext uri="{BB962C8B-B14F-4D97-AF65-F5344CB8AC3E}">
        <p14:creationId xmlns:p14="http://schemas.microsoft.com/office/powerpoint/2010/main" val="931589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353F689-2E51-BF4F-AE47-7CEB7CC4C52A}"/>
              </a:ext>
            </a:extLst>
          </p:cNvPr>
          <p:cNvSpPr>
            <a:spLocks noGrp="1"/>
          </p:cNvSpPr>
          <p:nvPr>
            <p:ph type="title"/>
          </p:nvPr>
        </p:nvSpPr>
        <p:spPr/>
        <p:txBody>
          <a:bodyPr rtlCol="0">
            <a:normAutofit fontScale="90000"/>
          </a:bodyPr>
          <a:lstStyle/>
          <a:p>
            <a:pPr rtl="0"/>
            <a:r>
              <a:rPr lang="nl-NL" dirty="0"/>
              <a:t>Koppeltabel normaliseren</a:t>
            </a:r>
          </a:p>
        </p:txBody>
      </p:sp>
      <p:sp>
        <p:nvSpPr>
          <p:cNvPr id="4" name="Tijdelijke aanduiding voor tekst 3">
            <a:extLst>
              <a:ext uri="{FF2B5EF4-FFF2-40B4-BE49-F238E27FC236}">
                <a16:creationId xmlns:a16="http://schemas.microsoft.com/office/drawing/2014/main" id="{A17F80A9-6337-524E-AC61-32C5AFEE8E6D}"/>
              </a:ext>
            </a:extLst>
          </p:cNvPr>
          <p:cNvSpPr>
            <a:spLocks noGrp="1"/>
          </p:cNvSpPr>
          <p:nvPr>
            <p:ph type="body" sz="quarter" idx="11"/>
          </p:nvPr>
        </p:nvSpPr>
        <p:spPr>
          <a:xfrm>
            <a:off x="4842788" y="341591"/>
            <a:ext cx="5332960" cy="294535"/>
          </a:xfrm>
        </p:spPr>
        <p:txBody>
          <a:bodyPr rtlCol="0"/>
          <a:lstStyle/>
          <a:p>
            <a:pPr rtl="0"/>
            <a:r>
              <a:rPr lang="nl-NL" b="1" dirty="0"/>
              <a:t>Gebruikers:</a:t>
            </a:r>
          </a:p>
          <a:p>
            <a:pPr rtl="0"/>
            <a:endParaRPr lang="nl-NL" sz="1600" dirty="0"/>
          </a:p>
        </p:txBody>
      </p:sp>
      <p:sp>
        <p:nvSpPr>
          <p:cNvPr id="7" name="Tijdelijke aanduiding voor dianumm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nl-NL" smtClean="0"/>
              <a:pPr rtl="0"/>
              <a:t>21</a:t>
            </a:fld>
            <a:endParaRPr lang="nl-NL"/>
          </a:p>
        </p:txBody>
      </p:sp>
      <p:sp>
        <p:nvSpPr>
          <p:cNvPr id="6" name="Tijdelijke aanduiding voor voettekst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pPr rtl="0"/>
            <a:r>
              <a:rPr lang="nl-NL" dirty="0"/>
              <a:t>Koppeltabellen</a:t>
            </a:r>
          </a:p>
        </p:txBody>
      </p:sp>
      <p:sp>
        <p:nvSpPr>
          <p:cNvPr id="5" name="Tijdelijke aanduiding voor datum 4">
            <a:extLst>
              <a:ext uri="{FF2B5EF4-FFF2-40B4-BE49-F238E27FC236}">
                <a16:creationId xmlns:a16="http://schemas.microsoft.com/office/drawing/2014/main" id="{2E803E71-3088-0347-9BCC-16ADB551CCC8}"/>
              </a:ext>
            </a:extLst>
          </p:cNvPr>
          <p:cNvSpPr>
            <a:spLocks noGrp="1"/>
          </p:cNvSpPr>
          <p:nvPr>
            <p:ph type="dt" sz="half" idx="14"/>
          </p:nvPr>
        </p:nvSpPr>
        <p:spPr>
          <a:xfrm>
            <a:off x="2992120" y="6332220"/>
            <a:ext cx="1313180" cy="247651"/>
          </a:xfrm>
        </p:spPr>
        <p:txBody>
          <a:bodyPr rtlCol="0"/>
          <a:lstStyle/>
          <a:p>
            <a:pPr rtl="0"/>
            <a:fld id="{E9869705-C13B-4B85-B33B-E0C7B7854E8B}" type="datetime4">
              <a:rPr lang="nl-NL" smtClean="0"/>
              <a:t>3 oktober 2023</a:t>
            </a:fld>
            <a:endParaRPr lang="nl-NL"/>
          </a:p>
        </p:txBody>
      </p:sp>
      <p:pic>
        <p:nvPicPr>
          <p:cNvPr id="15" name="Picture 14" descr="Diagram&#10;&#10;Description automatically generated">
            <a:extLst>
              <a:ext uri="{FF2B5EF4-FFF2-40B4-BE49-F238E27FC236}">
                <a16:creationId xmlns:a16="http://schemas.microsoft.com/office/drawing/2014/main" id="{8966F189-7BF4-6AA5-46C6-FFF5E4C10D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6562" y="2359152"/>
            <a:ext cx="5746140" cy="2927795"/>
          </a:xfrm>
          <a:prstGeom prst="rect">
            <a:avLst/>
          </a:prstGeom>
        </p:spPr>
      </p:pic>
      <p:graphicFrame>
        <p:nvGraphicFramePr>
          <p:cNvPr id="2" name="Table 7">
            <a:extLst>
              <a:ext uri="{FF2B5EF4-FFF2-40B4-BE49-F238E27FC236}">
                <a16:creationId xmlns:a16="http://schemas.microsoft.com/office/drawing/2014/main" id="{CD9E55A8-DB40-5DE3-6E3D-ACC95548BCED}"/>
              </a:ext>
            </a:extLst>
          </p:cNvPr>
          <p:cNvGraphicFramePr>
            <a:graphicFrameLocks noGrp="1"/>
          </p:cNvGraphicFramePr>
          <p:nvPr>
            <p:extLst>
              <p:ext uri="{D42A27DB-BD31-4B8C-83A1-F6EECF244321}">
                <p14:modId xmlns:p14="http://schemas.microsoft.com/office/powerpoint/2010/main" val="1178025013"/>
              </p:ext>
            </p:extLst>
          </p:nvPr>
        </p:nvGraphicFramePr>
        <p:xfrm>
          <a:off x="4842788" y="619500"/>
          <a:ext cx="4953000" cy="1371600"/>
        </p:xfrm>
        <a:graphic>
          <a:graphicData uri="http://schemas.openxmlformats.org/drawingml/2006/table">
            <a:tbl>
              <a:tblPr firstRow="1" bandRow="1">
                <a:tableStyleId>{5C22544A-7EE6-4342-B048-85BDC9FD1C3A}</a:tableStyleId>
              </a:tblPr>
              <a:tblGrid>
                <a:gridCol w="858013">
                  <a:extLst>
                    <a:ext uri="{9D8B030D-6E8A-4147-A177-3AD203B41FA5}">
                      <a16:colId xmlns:a16="http://schemas.microsoft.com/office/drawing/2014/main" val="3440848399"/>
                    </a:ext>
                  </a:extLst>
                </a:gridCol>
                <a:gridCol w="813816">
                  <a:extLst>
                    <a:ext uri="{9D8B030D-6E8A-4147-A177-3AD203B41FA5}">
                      <a16:colId xmlns:a16="http://schemas.microsoft.com/office/drawing/2014/main" val="2903767373"/>
                    </a:ext>
                  </a:extLst>
                </a:gridCol>
                <a:gridCol w="1088136">
                  <a:extLst>
                    <a:ext uri="{9D8B030D-6E8A-4147-A177-3AD203B41FA5}">
                      <a16:colId xmlns:a16="http://schemas.microsoft.com/office/drawing/2014/main" val="278667365"/>
                    </a:ext>
                  </a:extLst>
                </a:gridCol>
                <a:gridCol w="1207008">
                  <a:extLst>
                    <a:ext uri="{9D8B030D-6E8A-4147-A177-3AD203B41FA5}">
                      <a16:colId xmlns:a16="http://schemas.microsoft.com/office/drawing/2014/main" val="513292511"/>
                    </a:ext>
                  </a:extLst>
                </a:gridCol>
                <a:gridCol w="986027">
                  <a:extLst>
                    <a:ext uri="{9D8B030D-6E8A-4147-A177-3AD203B41FA5}">
                      <a16:colId xmlns:a16="http://schemas.microsoft.com/office/drawing/2014/main" val="75970970"/>
                    </a:ext>
                  </a:extLst>
                </a:gridCol>
              </a:tblGrid>
              <a:tr h="176446">
                <a:tc>
                  <a:txBody>
                    <a:bodyPr/>
                    <a:lstStyle/>
                    <a:p>
                      <a:r>
                        <a:rPr lang="nl-NL" sz="1200" dirty="0"/>
                        <a:t>Afkorting</a:t>
                      </a:r>
                    </a:p>
                  </a:txBody>
                  <a:tcPr/>
                </a:tc>
                <a:tc>
                  <a:txBody>
                    <a:bodyPr/>
                    <a:lstStyle/>
                    <a:p>
                      <a:r>
                        <a:rPr lang="nl-NL" sz="1200" dirty="0" err="1"/>
                        <a:t>TypeCode</a:t>
                      </a:r>
                      <a:endParaRPr lang="nl-NL" sz="1200" dirty="0"/>
                    </a:p>
                  </a:txBody>
                  <a:tcPr/>
                </a:tc>
                <a:tc>
                  <a:txBody>
                    <a:bodyPr/>
                    <a:lstStyle/>
                    <a:p>
                      <a:r>
                        <a:rPr lang="nl-NL" sz="1200" dirty="0"/>
                        <a:t>Naam</a:t>
                      </a:r>
                    </a:p>
                  </a:txBody>
                  <a:tcPr/>
                </a:tc>
                <a:tc>
                  <a:txBody>
                    <a:bodyPr/>
                    <a:lstStyle/>
                    <a:p>
                      <a:r>
                        <a:rPr lang="nl-NL" sz="1200" dirty="0"/>
                        <a:t>Email</a:t>
                      </a:r>
                    </a:p>
                  </a:txBody>
                  <a:tcPr/>
                </a:tc>
                <a:tc>
                  <a:txBody>
                    <a:bodyPr/>
                    <a:lstStyle/>
                    <a:p>
                      <a:r>
                        <a:rPr lang="nl-NL" sz="1200" dirty="0"/>
                        <a:t>Wachtwoord</a:t>
                      </a:r>
                    </a:p>
                  </a:txBody>
                  <a:tcPr/>
                </a:tc>
                <a:extLst>
                  <a:ext uri="{0D108BD9-81ED-4DB2-BD59-A6C34878D82A}">
                    <a16:rowId xmlns:a16="http://schemas.microsoft.com/office/drawing/2014/main" val="2611755393"/>
                  </a:ext>
                </a:extLst>
              </a:tr>
              <a:tr h="176446">
                <a:tc>
                  <a:txBody>
                    <a:bodyPr/>
                    <a:lstStyle/>
                    <a:p>
                      <a:r>
                        <a:rPr lang="nl-NL" sz="1200" dirty="0"/>
                        <a:t>Tl10</a:t>
                      </a:r>
                    </a:p>
                  </a:txBody>
                  <a:tcPr/>
                </a:tc>
                <a:tc>
                  <a:txBody>
                    <a:bodyPr/>
                    <a:lstStyle/>
                    <a:p>
                      <a:r>
                        <a:rPr lang="nl-NL" sz="1200" dirty="0"/>
                        <a:t>1001</a:t>
                      </a:r>
                    </a:p>
                  </a:txBody>
                  <a:tcPr/>
                </a:tc>
                <a:tc>
                  <a:txBody>
                    <a:bodyPr/>
                    <a:lstStyle/>
                    <a:p>
                      <a:r>
                        <a:rPr lang="nl-NL" sz="1200" dirty="0"/>
                        <a:t>Tim Lutt</a:t>
                      </a:r>
                    </a:p>
                  </a:txBody>
                  <a:tcPr/>
                </a:tc>
                <a:tc>
                  <a:txBody>
                    <a:bodyPr/>
                    <a:lstStyle/>
                    <a:p>
                      <a:r>
                        <a:rPr lang="nl-NL" sz="800" dirty="0"/>
                        <a:t>tl10@curio.nl</a:t>
                      </a:r>
                    </a:p>
                  </a:txBody>
                  <a:tcPr/>
                </a:tc>
                <a:tc>
                  <a:txBody>
                    <a:bodyPr/>
                    <a:lstStyle/>
                    <a:p>
                      <a:r>
                        <a:rPr lang="nl-NL" sz="1200" dirty="0"/>
                        <a:t>***</a:t>
                      </a:r>
                    </a:p>
                  </a:txBody>
                  <a:tcPr/>
                </a:tc>
                <a:extLst>
                  <a:ext uri="{0D108BD9-81ED-4DB2-BD59-A6C34878D82A}">
                    <a16:rowId xmlns:a16="http://schemas.microsoft.com/office/drawing/2014/main" val="2145776910"/>
                  </a:ext>
                </a:extLst>
              </a:tr>
              <a:tr h="176446">
                <a:tc>
                  <a:txBody>
                    <a:bodyPr/>
                    <a:lstStyle/>
                    <a:p>
                      <a:r>
                        <a:rPr lang="nl-NL" sz="1200" dirty="0"/>
                        <a:t>Ib81</a:t>
                      </a:r>
                    </a:p>
                  </a:txBody>
                  <a:tcPr/>
                </a:tc>
                <a:tc>
                  <a:txBody>
                    <a:bodyPr/>
                    <a:lstStyle/>
                    <a:p>
                      <a:r>
                        <a:rPr lang="nl-NL" sz="1200" dirty="0"/>
                        <a:t>1001</a:t>
                      </a:r>
                    </a:p>
                  </a:txBody>
                  <a:tcPr/>
                </a:tc>
                <a:tc>
                  <a:txBody>
                    <a:bodyPr/>
                    <a:lstStyle/>
                    <a:p>
                      <a:r>
                        <a:rPr lang="nl-NL" sz="1200" dirty="0"/>
                        <a:t>Ine Vermeer</a:t>
                      </a:r>
                    </a:p>
                  </a:txBody>
                  <a:tcPr/>
                </a:tc>
                <a:tc>
                  <a:txBody>
                    <a:bodyPr/>
                    <a:lstStyle/>
                    <a:p>
                      <a:r>
                        <a:rPr lang="nl-NL" sz="800" dirty="0"/>
                        <a:t>ib81@curio.nl</a:t>
                      </a:r>
                    </a:p>
                  </a:txBody>
                  <a:tcPr/>
                </a:tc>
                <a:tc>
                  <a:txBody>
                    <a:bodyPr/>
                    <a:lstStyle/>
                    <a:p>
                      <a:r>
                        <a:rPr lang="nl-NL" sz="1200" dirty="0"/>
                        <a:t>***</a:t>
                      </a:r>
                    </a:p>
                  </a:txBody>
                  <a:tcPr/>
                </a:tc>
                <a:extLst>
                  <a:ext uri="{0D108BD9-81ED-4DB2-BD59-A6C34878D82A}">
                    <a16:rowId xmlns:a16="http://schemas.microsoft.com/office/drawing/2014/main" val="3430351649"/>
                  </a:ext>
                </a:extLst>
              </a:tr>
              <a:tr h="176446">
                <a:tc>
                  <a:txBody>
                    <a:bodyPr/>
                    <a:lstStyle/>
                    <a:p>
                      <a:r>
                        <a:rPr lang="nl-NL" sz="1200" dirty="0"/>
                        <a:t>D12345</a:t>
                      </a:r>
                    </a:p>
                  </a:txBody>
                  <a:tcPr/>
                </a:tc>
                <a:tc>
                  <a:txBody>
                    <a:bodyPr/>
                    <a:lstStyle/>
                    <a:p>
                      <a:r>
                        <a:rPr lang="nl-NL" sz="1200" dirty="0"/>
                        <a:t>1002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dirty="0" err="1"/>
                        <a:t>Janiek</a:t>
                      </a:r>
                      <a:r>
                        <a:rPr lang="nl-NL" sz="1200" dirty="0"/>
                        <a:t> Jansen</a:t>
                      </a:r>
                    </a:p>
                  </a:txBody>
                  <a:tcPr/>
                </a:tc>
                <a:tc>
                  <a:txBody>
                    <a:bodyPr/>
                    <a:lstStyle/>
                    <a:p>
                      <a:r>
                        <a:rPr lang="nl-NL" sz="800" dirty="0"/>
                        <a:t>d12345@edu.curio.nl </a:t>
                      </a:r>
                    </a:p>
                  </a:txBody>
                  <a:tcPr/>
                </a:tc>
                <a:tc>
                  <a:txBody>
                    <a:bodyPr/>
                    <a:lstStyle/>
                    <a:p>
                      <a:r>
                        <a:rPr lang="nl-NL" sz="1200" dirty="0"/>
                        <a:t>***</a:t>
                      </a:r>
                    </a:p>
                  </a:txBody>
                  <a:tcPr/>
                </a:tc>
                <a:extLst>
                  <a:ext uri="{0D108BD9-81ED-4DB2-BD59-A6C34878D82A}">
                    <a16:rowId xmlns:a16="http://schemas.microsoft.com/office/drawing/2014/main" val="72652985"/>
                  </a:ext>
                </a:extLst>
              </a:tr>
              <a:tr h="176446">
                <a:tc>
                  <a:txBody>
                    <a:bodyPr/>
                    <a:lstStyle/>
                    <a:p>
                      <a:r>
                        <a:rPr lang="nl-NL" sz="1200" dirty="0"/>
                        <a:t>…</a:t>
                      </a:r>
                    </a:p>
                  </a:txBody>
                  <a:tcPr/>
                </a:tc>
                <a:tc>
                  <a:txBody>
                    <a:bodyPr/>
                    <a:lstStyle/>
                    <a:p>
                      <a:r>
                        <a:rPr lang="nl-NL" sz="12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dirty="0"/>
                        <a:t>…</a:t>
                      </a:r>
                    </a:p>
                  </a:txBody>
                  <a:tcPr/>
                </a:tc>
                <a:tc>
                  <a:txBody>
                    <a:bodyPr/>
                    <a:lstStyle/>
                    <a:p>
                      <a:r>
                        <a:rPr lang="nl-NL" sz="800" dirty="0"/>
                        <a:t>…</a:t>
                      </a:r>
                    </a:p>
                  </a:txBody>
                  <a:tcPr/>
                </a:tc>
                <a:tc>
                  <a:txBody>
                    <a:bodyPr/>
                    <a:lstStyle/>
                    <a:p>
                      <a:r>
                        <a:rPr lang="nl-NL" sz="1200" dirty="0"/>
                        <a:t>…</a:t>
                      </a:r>
                    </a:p>
                  </a:txBody>
                  <a:tcPr/>
                </a:tc>
                <a:extLst>
                  <a:ext uri="{0D108BD9-81ED-4DB2-BD59-A6C34878D82A}">
                    <a16:rowId xmlns:a16="http://schemas.microsoft.com/office/drawing/2014/main" val="1391637874"/>
                  </a:ext>
                </a:extLst>
              </a:tr>
            </a:tbl>
          </a:graphicData>
        </a:graphic>
      </p:graphicFrame>
      <p:sp>
        <p:nvSpPr>
          <p:cNvPr id="8" name="Tijdelijke aanduiding voor tekst 3">
            <a:extLst>
              <a:ext uri="{FF2B5EF4-FFF2-40B4-BE49-F238E27FC236}">
                <a16:creationId xmlns:a16="http://schemas.microsoft.com/office/drawing/2014/main" id="{7761F806-7EE5-5C63-C74F-A3268BE7076B}"/>
              </a:ext>
            </a:extLst>
          </p:cNvPr>
          <p:cNvSpPr txBox="1">
            <a:spLocks/>
          </p:cNvSpPr>
          <p:nvPr/>
        </p:nvSpPr>
        <p:spPr>
          <a:xfrm>
            <a:off x="8868156" y="4800564"/>
            <a:ext cx="1510284" cy="432163"/>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NL" b="1" dirty="0"/>
              <a:t>Groepen:</a:t>
            </a:r>
          </a:p>
          <a:p>
            <a:endParaRPr lang="nl-NL" dirty="0"/>
          </a:p>
        </p:txBody>
      </p:sp>
      <p:graphicFrame>
        <p:nvGraphicFramePr>
          <p:cNvPr id="9" name="Table 7">
            <a:extLst>
              <a:ext uri="{FF2B5EF4-FFF2-40B4-BE49-F238E27FC236}">
                <a16:creationId xmlns:a16="http://schemas.microsoft.com/office/drawing/2014/main" id="{2D7F8108-15FB-2523-E9BB-E194B4A96547}"/>
              </a:ext>
            </a:extLst>
          </p:cNvPr>
          <p:cNvGraphicFramePr>
            <a:graphicFrameLocks noGrp="1"/>
          </p:cNvGraphicFramePr>
          <p:nvPr>
            <p:extLst>
              <p:ext uri="{D42A27DB-BD31-4B8C-83A1-F6EECF244321}">
                <p14:modId xmlns:p14="http://schemas.microsoft.com/office/powerpoint/2010/main" val="3856689759"/>
              </p:ext>
            </p:extLst>
          </p:nvPr>
        </p:nvGraphicFramePr>
        <p:xfrm>
          <a:off x="8868155" y="5136053"/>
          <a:ext cx="3211069" cy="1645920"/>
        </p:xfrm>
        <a:graphic>
          <a:graphicData uri="http://schemas.openxmlformats.org/drawingml/2006/table">
            <a:tbl>
              <a:tblPr firstRow="1" bandRow="1">
                <a:tableStyleId>{5C22544A-7EE6-4342-B048-85BDC9FD1C3A}</a:tableStyleId>
              </a:tblPr>
              <a:tblGrid>
                <a:gridCol w="952501">
                  <a:extLst>
                    <a:ext uri="{9D8B030D-6E8A-4147-A177-3AD203B41FA5}">
                      <a16:colId xmlns:a16="http://schemas.microsoft.com/office/drawing/2014/main" val="3440848399"/>
                    </a:ext>
                  </a:extLst>
                </a:gridCol>
                <a:gridCol w="1234440">
                  <a:extLst>
                    <a:ext uri="{9D8B030D-6E8A-4147-A177-3AD203B41FA5}">
                      <a16:colId xmlns:a16="http://schemas.microsoft.com/office/drawing/2014/main" val="2903767373"/>
                    </a:ext>
                  </a:extLst>
                </a:gridCol>
                <a:gridCol w="1024128">
                  <a:extLst>
                    <a:ext uri="{9D8B030D-6E8A-4147-A177-3AD203B41FA5}">
                      <a16:colId xmlns:a16="http://schemas.microsoft.com/office/drawing/2014/main" val="278667365"/>
                    </a:ext>
                  </a:extLst>
                </a:gridCol>
              </a:tblGrid>
              <a:tr h="176446">
                <a:tc>
                  <a:txBody>
                    <a:bodyPr/>
                    <a:lstStyle/>
                    <a:p>
                      <a:r>
                        <a:rPr lang="nl-NL" sz="1200" dirty="0" err="1"/>
                        <a:t>GroepCode</a:t>
                      </a:r>
                      <a:endParaRPr lang="nl-NL" sz="1200" dirty="0"/>
                    </a:p>
                  </a:txBody>
                  <a:tcPr/>
                </a:tc>
                <a:tc>
                  <a:txBody>
                    <a:bodyPr/>
                    <a:lstStyle/>
                    <a:p>
                      <a:r>
                        <a:rPr lang="nl-NL" sz="1200" dirty="0" err="1"/>
                        <a:t>GroepNaam</a:t>
                      </a:r>
                      <a:endParaRPr lang="nl-NL" sz="1200" dirty="0"/>
                    </a:p>
                  </a:txBody>
                  <a:tcPr/>
                </a:tc>
                <a:tc>
                  <a:txBody>
                    <a:bodyPr/>
                    <a:lstStyle/>
                    <a:p>
                      <a:r>
                        <a:rPr lang="nl-NL" sz="1200" dirty="0" err="1"/>
                        <a:t>GroepIsKlas</a:t>
                      </a:r>
                      <a:endParaRPr lang="nl-NL" sz="1200" dirty="0"/>
                    </a:p>
                  </a:txBody>
                  <a:tcPr/>
                </a:tc>
                <a:extLst>
                  <a:ext uri="{0D108BD9-81ED-4DB2-BD59-A6C34878D82A}">
                    <a16:rowId xmlns:a16="http://schemas.microsoft.com/office/drawing/2014/main" val="2611755393"/>
                  </a:ext>
                </a:extLst>
              </a:tr>
              <a:tr h="176446">
                <a:tc>
                  <a:txBody>
                    <a:bodyPr/>
                    <a:lstStyle/>
                    <a:p>
                      <a:r>
                        <a:rPr lang="nl-NL" sz="1200" dirty="0"/>
                        <a:t>0</a:t>
                      </a:r>
                    </a:p>
                  </a:txBody>
                  <a:tcPr/>
                </a:tc>
                <a:tc>
                  <a:txBody>
                    <a:bodyPr/>
                    <a:lstStyle/>
                    <a:p>
                      <a:r>
                        <a:rPr lang="nl-NL" sz="1200" dirty="0"/>
                        <a:t>Administratoren</a:t>
                      </a:r>
                    </a:p>
                  </a:txBody>
                  <a:tcPr/>
                </a:tc>
                <a:tc>
                  <a:txBody>
                    <a:bodyPr/>
                    <a:lstStyle/>
                    <a:p>
                      <a:r>
                        <a:rPr lang="nl-NL" sz="1200" dirty="0"/>
                        <a:t>Nee</a:t>
                      </a:r>
                    </a:p>
                  </a:txBody>
                  <a:tcPr/>
                </a:tc>
                <a:extLst>
                  <a:ext uri="{0D108BD9-81ED-4DB2-BD59-A6C34878D82A}">
                    <a16:rowId xmlns:a16="http://schemas.microsoft.com/office/drawing/2014/main" val="4227434540"/>
                  </a:ext>
                </a:extLst>
              </a:tr>
              <a:tr h="176446">
                <a:tc>
                  <a:txBody>
                    <a:bodyPr/>
                    <a:lstStyle/>
                    <a:p>
                      <a:r>
                        <a:rPr lang="nl-NL" sz="1200" dirty="0"/>
                        <a:t>1</a:t>
                      </a:r>
                    </a:p>
                  </a:txBody>
                  <a:tcPr/>
                </a:tc>
                <a:tc>
                  <a:txBody>
                    <a:bodyPr/>
                    <a:lstStyle/>
                    <a:p>
                      <a:r>
                        <a:rPr lang="nl-NL" sz="1200" dirty="0"/>
                        <a:t>Docenten</a:t>
                      </a:r>
                    </a:p>
                  </a:txBody>
                  <a:tcPr/>
                </a:tc>
                <a:tc>
                  <a:txBody>
                    <a:bodyPr/>
                    <a:lstStyle/>
                    <a:p>
                      <a:r>
                        <a:rPr lang="nl-NL" sz="1200" dirty="0"/>
                        <a:t>Nee</a:t>
                      </a:r>
                    </a:p>
                  </a:txBody>
                  <a:tcPr/>
                </a:tc>
                <a:extLst>
                  <a:ext uri="{0D108BD9-81ED-4DB2-BD59-A6C34878D82A}">
                    <a16:rowId xmlns:a16="http://schemas.microsoft.com/office/drawing/2014/main" val="2145776910"/>
                  </a:ext>
                </a:extLst>
              </a:tr>
              <a:tr h="176446">
                <a:tc>
                  <a:txBody>
                    <a:bodyPr/>
                    <a:lstStyle/>
                    <a:p>
                      <a:r>
                        <a:rPr lang="nl-NL" sz="1200" dirty="0"/>
                        <a:t>2</a:t>
                      </a:r>
                    </a:p>
                  </a:txBody>
                  <a:tcPr/>
                </a:tc>
                <a:tc>
                  <a:txBody>
                    <a:bodyPr/>
                    <a:lstStyle/>
                    <a:p>
                      <a:r>
                        <a:rPr lang="nl-NL" sz="1200" dirty="0"/>
                        <a:t>TTB4-SSD1A</a:t>
                      </a:r>
                    </a:p>
                  </a:txBody>
                  <a:tcPr/>
                </a:tc>
                <a:tc>
                  <a:txBody>
                    <a:bodyPr/>
                    <a:lstStyle/>
                    <a:p>
                      <a:r>
                        <a:rPr lang="nl-NL" sz="1200" dirty="0"/>
                        <a:t>Ja</a:t>
                      </a:r>
                    </a:p>
                  </a:txBody>
                  <a:tcPr/>
                </a:tc>
                <a:extLst>
                  <a:ext uri="{0D108BD9-81ED-4DB2-BD59-A6C34878D82A}">
                    <a16:rowId xmlns:a16="http://schemas.microsoft.com/office/drawing/2014/main" val="3430351649"/>
                  </a:ext>
                </a:extLst>
              </a:tr>
              <a:tr h="176446">
                <a:tc>
                  <a:txBody>
                    <a:bodyPr/>
                    <a:lstStyle/>
                    <a:p>
                      <a:r>
                        <a:rPr lang="nl-NL" sz="1200" dirty="0"/>
                        <a:t>3</a:t>
                      </a:r>
                    </a:p>
                  </a:txBody>
                  <a:tcPr/>
                </a:tc>
                <a:tc>
                  <a:txBody>
                    <a:bodyPr/>
                    <a:lstStyle/>
                    <a:p>
                      <a:r>
                        <a:rPr lang="nl-NL" sz="1200" dirty="0"/>
                        <a:t>TTB4-SSD1B</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dirty="0"/>
                        <a:t>Ja</a:t>
                      </a:r>
                    </a:p>
                  </a:txBody>
                  <a:tcPr/>
                </a:tc>
                <a:extLst>
                  <a:ext uri="{0D108BD9-81ED-4DB2-BD59-A6C34878D82A}">
                    <a16:rowId xmlns:a16="http://schemas.microsoft.com/office/drawing/2014/main" val="72652985"/>
                  </a:ext>
                </a:extLst>
              </a:tr>
              <a:tr h="176446">
                <a:tc>
                  <a:txBody>
                    <a:bodyPr/>
                    <a:lstStyle/>
                    <a:p>
                      <a:r>
                        <a:rPr lang="nl-NL" sz="1200" dirty="0"/>
                        <a:t>…</a:t>
                      </a:r>
                    </a:p>
                  </a:txBody>
                  <a:tcPr/>
                </a:tc>
                <a:tc>
                  <a:txBody>
                    <a:bodyPr/>
                    <a:lstStyle/>
                    <a:p>
                      <a:r>
                        <a:rPr lang="nl-NL" sz="12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dirty="0"/>
                        <a:t>…</a:t>
                      </a:r>
                    </a:p>
                  </a:txBody>
                  <a:tcPr/>
                </a:tc>
                <a:extLst>
                  <a:ext uri="{0D108BD9-81ED-4DB2-BD59-A6C34878D82A}">
                    <a16:rowId xmlns:a16="http://schemas.microsoft.com/office/drawing/2014/main" val="3749154146"/>
                  </a:ext>
                </a:extLst>
              </a:tr>
            </a:tbl>
          </a:graphicData>
        </a:graphic>
      </p:graphicFrame>
      <p:sp>
        <p:nvSpPr>
          <p:cNvPr id="10" name="Tijdelijke aanduiding voor tekst 3">
            <a:extLst>
              <a:ext uri="{FF2B5EF4-FFF2-40B4-BE49-F238E27FC236}">
                <a16:creationId xmlns:a16="http://schemas.microsoft.com/office/drawing/2014/main" id="{E7946527-FE39-99BA-0F69-D286332DA50A}"/>
              </a:ext>
            </a:extLst>
          </p:cNvPr>
          <p:cNvSpPr txBox="1">
            <a:spLocks/>
          </p:cNvSpPr>
          <p:nvPr/>
        </p:nvSpPr>
        <p:spPr>
          <a:xfrm>
            <a:off x="951484" y="3854178"/>
            <a:ext cx="1510284" cy="432163"/>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NL" b="1" dirty="0" err="1"/>
              <a:t>GebruikerTypes</a:t>
            </a:r>
            <a:r>
              <a:rPr lang="nl-NL" b="1" dirty="0"/>
              <a:t>:</a:t>
            </a:r>
          </a:p>
          <a:p>
            <a:endParaRPr lang="nl-NL" dirty="0"/>
          </a:p>
        </p:txBody>
      </p:sp>
      <p:graphicFrame>
        <p:nvGraphicFramePr>
          <p:cNvPr id="11" name="Table 7">
            <a:extLst>
              <a:ext uri="{FF2B5EF4-FFF2-40B4-BE49-F238E27FC236}">
                <a16:creationId xmlns:a16="http://schemas.microsoft.com/office/drawing/2014/main" id="{1A152C93-5697-EF62-BD3C-3BCD04086E1C}"/>
              </a:ext>
            </a:extLst>
          </p:cNvPr>
          <p:cNvGraphicFramePr>
            <a:graphicFrameLocks noGrp="1"/>
          </p:cNvGraphicFramePr>
          <p:nvPr>
            <p:extLst>
              <p:ext uri="{D42A27DB-BD31-4B8C-83A1-F6EECF244321}">
                <p14:modId xmlns:p14="http://schemas.microsoft.com/office/powerpoint/2010/main" val="1980106214"/>
              </p:ext>
            </p:extLst>
          </p:nvPr>
        </p:nvGraphicFramePr>
        <p:xfrm>
          <a:off x="951483" y="4189667"/>
          <a:ext cx="2040637" cy="1097280"/>
        </p:xfrm>
        <a:graphic>
          <a:graphicData uri="http://schemas.openxmlformats.org/drawingml/2006/table">
            <a:tbl>
              <a:tblPr firstRow="1" bandRow="1">
                <a:tableStyleId>{5C22544A-7EE6-4342-B048-85BDC9FD1C3A}</a:tableStyleId>
              </a:tblPr>
              <a:tblGrid>
                <a:gridCol w="952501">
                  <a:extLst>
                    <a:ext uri="{9D8B030D-6E8A-4147-A177-3AD203B41FA5}">
                      <a16:colId xmlns:a16="http://schemas.microsoft.com/office/drawing/2014/main" val="3440848399"/>
                    </a:ext>
                  </a:extLst>
                </a:gridCol>
                <a:gridCol w="1088136">
                  <a:extLst>
                    <a:ext uri="{9D8B030D-6E8A-4147-A177-3AD203B41FA5}">
                      <a16:colId xmlns:a16="http://schemas.microsoft.com/office/drawing/2014/main" val="2903767373"/>
                    </a:ext>
                  </a:extLst>
                </a:gridCol>
              </a:tblGrid>
              <a:tr h="176446">
                <a:tc>
                  <a:txBody>
                    <a:bodyPr/>
                    <a:lstStyle/>
                    <a:p>
                      <a:r>
                        <a:rPr lang="nl-NL" sz="1200" dirty="0" err="1"/>
                        <a:t>TypeCode</a:t>
                      </a:r>
                      <a:endParaRPr lang="nl-NL" sz="1200" dirty="0"/>
                    </a:p>
                  </a:txBody>
                  <a:tcPr/>
                </a:tc>
                <a:tc>
                  <a:txBody>
                    <a:bodyPr/>
                    <a:lstStyle/>
                    <a:p>
                      <a:r>
                        <a:rPr lang="nl-NL" sz="1200" dirty="0"/>
                        <a:t>Type</a:t>
                      </a:r>
                    </a:p>
                  </a:txBody>
                  <a:tcPr/>
                </a:tc>
                <a:extLst>
                  <a:ext uri="{0D108BD9-81ED-4DB2-BD59-A6C34878D82A}">
                    <a16:rowId xmlns:a16="http://schemas.microsoft.com/office/drawing/2014/main" val="2611755393"/>
                  </a:ext>
                </a:extLst>
              </a:tr>
              <a:tr h="176446">
                <a:tc>
                  <a:txBody>
                    <a:bodyPr/>
                    <a:lstStyle/>
                    <a:p>
                      <a:r>
                        <a:rPr lang="nl-NL" sz="1200" dirty="0"/>
                        <a:t>1001</a:t>
                      </a:r>
                    </a:p>
                  </a:txBody>
                  <a:tcPr/>
                </a:tc>
                <a:tc>
                  <a:txBody>
                    <a:bodyPr/>
                    <a:lstStyle/>
                    <a:p>
                      <a:r>
                        <a:rPr lang="nl-NL" sz="1200" dirty="0"/>
                        <a:t>Docent</a:t>
                      </a:r>
                    </a:p>
                  </a:txBody>
                  <a:tcPr/>
                </a:tc>
                <a:extLst>
                  <a:ext uri="{0D108BD9-81ED-4DB2-BD59-A6C34878D82A}">
                    <a16:rowId xmlns:a16="http://schemas.microsoft.com/office/drawing/2014/main" val="2145776910"/>
                  </a:ext>
                </a:extLst>
              </a:tr>
              <a:tr h="176446">
                <a:tc>
                  <a:txBody>
                    <a:bodyPr/>
                    <a:lstStyle/>
                    <a:p>
                      <a:r>
                        <a:rPr lang="nl-NL" sz="1200" dirty="0"/>
                        <a:t>1002</a:t>
                      </a:r>
                    </a:p>
                  </a:txBody>
                  <a:tcPr/>
                </a:tc>
                <a:tc>
                  <a:txBody>
                    <a:bodyPr/>
                    <a:lstStyle/>
                    <a:p>
                      <a:r>
                        <a:rPr lang="nl-NL" sz="1200" dirty="0"/>
                        <a:t>Student</a:t>
                      </a:r>
                    </a:p>
                  </a:txBody>
                  <a:tcPr/>
                </a:tc>
                <a:extLst>
                  <a:ext uri="{0D108BD9-81ED-4DB2-BD59-A6C34878D82A}">
                    <a16:rowId xmlns:a16="http://schemas.microsoft.com/office/drawing/2014/main" val="3430351649"/>
                  </a:ext>
                </a:extLst>
              </a:tr>
              <a:tr h="176446">
                <a:tc>
                  <a:txBody>
                    <a:bodyPr/>
                    <a:lstStyle/>
                    <a:p>
                      <a:r>
                        <a:rPr lang="nl-NL" sz="1200" dirty="0"/>
                        <a:t>…</a:t>
                      </a:r>
                    </a:p>
                  </a:txBody>
                  <a:tcPr/>
                </a:tc>
                <a:tc>
                  <a:txBody>
                    <a:bodyPr/>
                    <a:lstStyle/>
                    <a:p>
                      <a:r>
                        <a:rPr lang="nl-NL" sz="1200" dirty="0"/>
                        <a:t>…</a:t>
                      </a:r>
                    </a:p>
                  </a:txBody>
                  <a:tcPr/>
                </a:tc>
                <a:extLst>
                  <a:ext uri="{0D108BD9-81ED-4DB2-BD59-A6C34878D82A}">
                    <a16:rowId xmlns:a16="http://schemas.microsoft.com/office/drawing/2014/main" val="3749170417"/>
                  </a:ext>
                </a:extLst>
              </a:tr>
            </a:tbl>
          </a:graphicData>
        </a:graphic>
      </p:graphicFrame>
      <p:sp>
        <p:nvSpPr>
          <p:cNvPr id="12" name="Tijdelijke aanduiding voor tekst 3">
            <a:extLst>
              <a:ext uri="{FF2B5EF4-FFF2-40B4-BE49-F238E27FC236}">
                <a16:creationId xmlns:a16="http://schemas.microsoft.com/office/drawing/2014/main" id="{FC9E5F77-2DF5-8089-0FD8-80A618E89B32}"/>
              </a:ext>
            </a:extLst>
          </p:cNvPr>
          <p:cNvSpPr txBox="1">
            <a:spLocks/>
          </p:cNvSpPr>
          <p:nvPr/>
        </p:nvSpPr>
        <p:spPr>
          <a:xfrm>
            <a:off x="9311208" y="2274277"/>
            <a:ext cx="1510284" cy="432163"/>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NL" b="1" dirty="0" err="1"/>
              <a:t>GebruikerGroep</a:t>
            </a:r>
            <a:r>
              <a:rPr lang="nl-NL" b="1" dirty="0"/>
              <a:t>:</a:t>
            </a:r>
          </a:p>
          <a:p>
            <a:endParaRPr lang="nl-NL" dirty="0"/>
          </a:p>
        </p:txBody>
      </p:sp>
      <p:graphicFrame>
        <p:nvGraphicFramePr>
          <p:cNvPr id="13" name="Table 7">
            <a:extLst>
              <a:ext uri="{FF2B5EF4-FFF2-40B4-BE49-F238E27FC236}">
                <a16:creationId xmlns:a16="http://schemas.microsoft.com/office/drawing/2014/main" id="{3E307EB7-EEC5-5C97-DE40-B295ECD15CDF}"/>
              </a:ext>
            </a:extLst>
          </p:cNvPr>
          <p:cNvGraphicFramePr>
            <a:graphicFrameLocks noGrp="1"/>
          </p:cNvGraphicFramePr>
          <p:nvPr>
            <p:extLst>
              <p:ext uri="{D42A27DB-BD31-4B8C-83A1-F6EECF244321}">
                <p14:modId xmlns:p14="http://schemas.microsoft.com/office/powerpoint/2010/main" val="3635489236"/>
              </p:ext>
            </p:extLst>
          </p:nvPr>
        </p:nvGraphicFramePr>
        <p:xfrm>
          <a:off x="9311207" y="2609766"/>
          <a:ext cx="2503933" cy="1645920"/>
        </p:xfrm>
        <a:graphic>
          <a:graphicData uri="http://schemas.openxmlformats.org/drawingml/2006/table">
            <a:tbl>
              <a:tblPr firstRow="1" bandRow="1">
                <a:tableStyleId>{5C22544A-7EE6-4342-B048-85BDC9FD1C3A}</a:tableStyleId>
              </a:tblPr>
              <a:tblGrid>
                <a:gridCol w="922021">
                  <a:extLst>
                    <a:ext uri="{9D8B030D-6E8A-4147-A177-3AD203B41FA5}">
                      <a16:colId xmlns:a16="http://schemas.microsoft.com/office/drawing/2014/main" val="3440848399"/>
                    </a:ext>
                  </a:extLst>
                </a:gridCol>
                <a:gridCol w="1581912">
                  <a:extLst>
                    <a:ext uri="{9D8B030D-6E8A-4147-A177-3AD203B41FA5}">
                      <a16:colId xmlns:a16="http://schemas.microsoft.com/office/drawing/2014/main" val="2903767373"/>
                    </a:ext>
                  </a:extLst>
                </a:gridCol>
              </a:tblGrid>
              <a:tr h="176446">
                <a:tc>
                  <a:txBody>
                    <a:bodyPr/>
                    <a:lstStyle/>
                    <a:p>
                      <a:r>
                        <a:rPr lang="nl-NL" sz="1200" dirty="0" err="1"/>
                        <a:t>GroepCode</a:t>
                      </a:r>
                      <a:endParaRPr lang="nl-NL" sz="1200" dirty="0"/>
                    </a:p>
                  </a:txBody>
                  <a:tcPr/>
                </a:tc>
                <a:tc>
                  <a:txBody>
                    <a:bodyPr/>
                    <a:lstStyle/>
                    <a:p>
                      <a:r>
                        <a:rPr lang="nl-NL" sz="1200" dirty="0" err="1"/>
                        <a:t>GebruikerAfkorting</a:t>
                      </a:r>
                      <a:endParaRPr lang="nl-NL" sz="1200" dirty="0"/>
                    </a:p>
                  </a:txBody>
                  <a:tcPr/>
                </a:tc>
                <a:extLst>
                  <a:ext uri="{0D108BD9-81ED-4DB2-BD59-A6C34878D82A}">
                    <a16:rowId xmlns:a16="http://schemas.microsoft.com/office/drawing/2014/main" val="2611755393"/>
                  </a:ext>
                </a:extLst>
              </a:tr>
              <a:tr h="176446">
                <a:tc>
                  <a:txBody>
                    <a:bodyPr/>
                    <a:lstStyle/>
                    <a:p>
                      <a:r>
                        <a:rPr lang="nl-NL" sz="1200" dirty="0"/>
                        <a:t>1</a:t>
                      </a:r>
                    </a:p>
                  </a:txBody>
                  <a:tcPr/>
                </a:tc>
                <a:tc>
                  <a:txBody>
                    <a:bodyPr/>
                    <a:lstStyle/>
                    <a:p>
                      <a:r>
                        <a:rPr lang="nl-NL" sz="1200" dirty="0"/>
                        <a:t>Tl10</a:t>
                      </a:r>
                    </a:p>
                  </a:txBody>
                  <a:tcPr/>
                </a:tc>
                <a:extLst>
                  <a:ext uri="{0D108BD9-81ED-4DB2-BD59-A6C34878D82A}">
                    <a16:rowId xmlns:a16="http://schemas.microsoft.com/office/drawing/2014/main" val="2145776910"/>
                  </a:ext>
                </a:extLst>
              </a:tr>
              <a:tr h="176446">
                <a:tc>
                  <a:txBody>
                    <a:bodyPr/>
                    <a:lstStyle/>
                    <a:p>
                      <a:r>
                        <a:rPr lang="nl-NL" sz="1200" dirty="0"/>
                        <a:t>1</a:t>
                      </a:r>
                    </a:p>
                  </a:txBody>
                  <a:tcPr/>
                </a:tc>
                <a:tc>
                  <a:txBody>
                    <a:bodyPr/>
                    <a:lstStyle/>
                    <a:p>
                      <a:r>
                        <a:rPr lang="nl-NL" sz="1200" dirty="0"/>
                        <a:t>Ib81</a:t>
                      </a:r>
                    </a:p>
                  </a:txBody>
                  <a:tcPr/>
                </a:tc>
                <a:extLst>
                  <a:ext uri="{0D108BD9-81ED-4DB2-BD59-A6C34878D82A}">
                    <a16:rowId xmlns:a16="http://schemas.microsoft.com/office/drawing/2014/main" val="3430351649"/>
                  </a:ext>
                </a:extLst>
              </a:tr>
              <a:tr h="176446">
                <a:tc>
                  <a:txBody>
                    <a:bodyPr/>
                    <a:lstStyle/>
                    <a:p>
                      <a:r>
                        <a:rPr lang="nl-NL" sz="1200" dirty="0"/>
                        <a:t>2</a:t>
                      </a:r>
                    </a:p>
                  </a:txBody>
                  <a:tcPr/>
                </a:tc>
                <a:tc>
                  <a:txBody>
                    <a:bodyPr/>
                    <a:lstStyle/>
                    <a:p>
                      <a:r>
                        <a:rPr lang="nl-NL" sz="1200" dirty="0"/>
                        <a:t>D12345</a:t>
                      </a:r>
                    </a:p>
                  </a:txBody>
                  <a:tcPr/>
                </a:tc>
                <a:extLst>
                  <a:ext uri="{0D108BD9-81ED-4DB2-BD59-A6C34878D82A}">
                    <a16:rowId xmlns:a16="http://schemas.microsoft.com/office/drawing/2014/main" val="4165731614"/>
                  </a:ext>
                </a:extLst>
              </a:tr>
              <a:tr h="176446">
                <a:tc>
                  <a:txBody>
                    <a:bodyPr/>
                    <a:lstStyle/>
                    <a:p>
                      <a:r>
                        <a:rPr lang="nl-NL" sz="1200" dirty="0"/>
                        <a:t>0</a:t>
                      </a:r>
                    </a:p>
                  </a:txBody>
                  <a:tcPr/>
                </a:tc>
                <a:tc>
                  <a:txBody>
                    <a:bodyPr/>
                    <a:lstStyle/>
                    <a:p>
                      <a:r>
                        <a:rPr lang="nl-NL" sz="1200" dirty="0"/>
                        <a:t>Tl10</a:t>
                      </a:r>
                    </a:p>
                  </a:txBody>
                  <a:tcPr/>
                </a:tc>
                <a:extLst>
                  <a:ext uri="{0D108BD9-81ED-4DB2-BD59-A6C34878D82A}">
                    <a16:rowId xmlns:a16="http://schemas.microsoft.com/office/drawing/2014/main" val="1138886943"/>
                  </a:ext>
                </a:extLst>
              </a:tr>
              <a:tr h="176446">
                <a:tc>
                  <a:txBody>
                    <a:bodyPr/>
                    <a:lstStyle/>
                    <a:p>
                      <a:r>
                        <a:rPr lang="nl-NL" sz="1200" dirty="0"/>
                        <a:t>…</a:t>
                      </a:r>
                    </a:p>
                  </a:txBody>
                  <a:tcPr/>
                </a:tc>
                <a:tc>
                  <a:txBody>
                    <a:bodyPr/>
                    <a:lstStyle/>
                    <a:p>
                      <a:r>
                        <a:rPr lang="nl-NL" sz="1200" dirty="0"/>
                        <a:t>…</a:t>
                      </a:r>
                    </a:p>
                  </a:txBody>
                  <a:tcPr/>
                </a:tc>
                <a:extLst>
                  <a:ext uri="{0D108BD9-81ED-4DB2-BD59-A6C34878D82A}">
                    <a16:rowId xmlns:a16="http://schemas.microsoft.com/office/drawing/2014/main" val="4161809635"/>
                  </a:ext>
                </a:extLst>
              </a:tr>
            </a:tbl>
          </a:graphicData>
        </a:graphic>
      </p:graphicFrame>
      <p:sp>
        <p:nvSpPr>
          <p:cNvPr id="14" name="Tijdelijke aanduiding voor tekst 3">
            <a:extLst>
              <a:ext uri="{FF2B5EF4-FFF2-40B4-BE49-F238E27FC236}">
                <a16:creationId xmlns:a16="http://schemas.microsoft.com/office/drawing/2014/main" id="{67C2B9AD-9224-B2E1-9BBB-B3E228DA5F30}"/>
              </a:ext>
            </a:extLst>
          </p:cNvPr>
          <p:cNvSpPr txBox="1">
            <a:spLocks/>
          </p:cNvSpPr>
          <p:nvPr/>
        </p:nvSpPr>
        <p:spPr>
          <a:xfrm>
            <a:off x="971550" y="2287147"/>
            <a:ext cx="1936242" cy="610863"/>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NL" i="1" dirty="0"/>
              <a:t>Met voorbeeld-data…</a:t>
            </a:r>
            <a:endParaRPr lang="nl-NL" dirty="0"/>
          </a:p>
        </p:txBody>
      </p:sp>
      <p:cxnSp>
        <p:nvCxnSpPr>
          <p:cNvPr id="16" name="Straight Arrow Connector 15">
            <a:extLst>
              <a:ext uri="{FF2B5EF4-FFF2-40B4-BE49-F238E27FC236}">
                <a16:creationId xmlns:a16="http://schemas.microsoft.com/office/drawing/2014/main" id="{245A59ED-1594-29AD-AD43-4A3448F155EB}"/>
              </a:ext>
            </a:extLst>
          </p:cNvPr>
          <p:cNvCxnSpPr>
            <a:cxnSpLocks/>
          </p:cNvCxnSpPr>
          <p:nvPr/>
        </p:nvCxnSpPr>
        <p:spPr>
          <a:xfrm flipV="1">
            <a:off x="6556248" y="3854178"/>
            <a:ext cx="2754959" cy="168708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0" name="Tijdelijke aanduiding voor tekst 3">
            <a:extLst>
              <a:ext uri="{FF2B5EF4-FFF2-40B4-BE49-F238E27FC236}">
                <a16:creationId xmlns:a16="http://schemas.microsoft.com/office/drawing/2014/main" id="{6D08054C-9F6E-34F1-B1A9-30AE0CB07067}"/>
              </a:ext>
            </a:extLst>
          </p:cNvPr>
          <p:cNvSpPr txBox="1">
            <a:spLocks/>
          </p:cNvSpPr>
          <p:nvPr/>
        </p:nvSpPr>
        <p:spPr>
          <a:xfrm>
            <a:off x="4305300" y="5673505"/>
            <a:ext cx="3697986" cy="761180"/>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NL" i="1" dirty="0"/>
              <a:t>Zoals je ziet kan een gebruiker bij meerdere groepen horen. Tl10 hoort bij de groepen Administratoren én Docenten.</a:t>
            </a:r>
          </a:p>
        </p:txBody>
      </p:sp>
    </p:spTree>
    <p:extLst>
      <p:ext uri="{BB962C8B-B14F-4D97-AF65-F5344CB8AC3E}">
        <p14:creationId xmlns:p14="http://schemas.microsoft.com/office/powerpoint/2010/main" val="40393301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5CDDDB3-37FD-C9DE-9ADD-6DE8BF11C0F2}"/>
              </a:ext>
            </a:extLst>
          </p:cNvPr>
          <p:cNvSpPr>
            <a:spLocks noGrp="1"/>
          </p:cNvSpPr>
          <p:nvPr>
            <p:ph type="title"/>
          </p:nvPr>
        </p:nvSpPr>
        <p:spPr>
          <a:xfrm>
            <a:off x="964022" y="2476500"/>
            <a:ext cx="4723546" cy="3289971"/>
          </a:xfrm>
        </p:spPr>
        <p:txBody>
          <a:bodyPr/>
          <a:lstStyle/>
          <a:p>
            <a:r>
              <a:rPr lang="nl-NL" dirty="0"/>
              <a:t>Het kan zijn dat we na de 2</a:t>
            </a:r>
            <a:r>
              <a:rPr lang="nl-NL" baseline="30000" dirty="0"/>
              <a:t>e</a:t>
            </a:r>
            <a:r>
              <a:rPr lang="nl-NL" dirty="0"/>
              <a:t> normaalvorm een koppeltabel hebben.</a:t>
            </a:r>
          </a:p>
        </p:txBody>
      </p:sp>
      <p:pic>
        <p:nvPicPr>
          <p:cNvPr id="2" name="Picture 1">
            <a:extLst>
              <a:ext uri="{FF2B5EF4-FFF2-40B4-BE49-F238E27FC236}">
                <a16:creationId xmlns:a16="http://schemas.microsoft.com/office/drawing/2014/main" id="{2DA9FF6E-355E-5557-7FC3-57E99FF41974}"/>
              </a:ext>
            </a:extLst>
          </p:cNvPr>
          <p:cNvPicPr>
            <a:picLocks noChangeAspect="1"/>
          </p:cNvPicPr>
          <p:nvPr/>
        </p:nvPicPr>
        <p:blipFill>
          <a:blip r:embed="rId2"/>
          <a:stretch>
            <a:fillRect/>
          </a:stretch>
        </p:blipFill>
        <p:spPr>
          <a:xfrm>
            <a:off x="5687568" y="1007079"/>
            <a:ext cx="6218552" cy="4470949"/>
          </a:xfrm>
          <a:prstGeom prst="rect">
            <a:avLst/>
          </a:prstGeom>
        </p:spPr>
      </p:pic>
      <p:sp>
        <p:nvSpPr>
          <p:cNvPr id="3" name="Rectangle 2">
            <a:extLst>
              <a:ext uri="{FF2B5EF4-FFF2-40B4-BE49-F238E27FC236}">
                <a16:creationId xmlns:a16="http://schemas.microsoft.com/office/drawing/2014/main" id="{B5FCD626-2F07-017D-36F6-434E451FA89C}"/>
              </a:ext>
            </a:extLst>
          </p:cNvPr>
          <p:cNvSpPr/>
          <p:nvPr/>
        </p:nvSpPr>
        <p:spPr>
          <a:xfrm>
            <a:off x="5577840" y="1007079"/>
            <a:ext cx="6614160" cy="2677953"/>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Rectangle 3">
            <a:extLst>
              <a:ext uri="{FF2B5EF4-FFF2-40B4-BE49-F238E27FC236}">
                <a16:creationId xmlns:a16="http://schemas.microsoft.com/office/drawing/2014/main" id="{914FDC56-465B-CF76-B4D1-33BD50D3EB8B}"/>
              </a:ext>
            </a:extLst>
          </p:cNvPr>
          <p:cNvSpPr/>
          <p:nvPr/>
        </p:nvSpPr>
        <p:spPr>
          <a:xfrm>
            <a:off x="5577840" y="4484965"/>
            <a:ext cx="6614160" cy="1275754"/>
          </a:xfrm>
          <a:prstGeom prst="rect">
            <a:avLst/>
          </a:prstGeom>
          <a:solidFill>
            <a:srgbClr val="FFFFFF">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3125839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353F689-2E51-BF4F-AE47-7CEB7CC4C52A}"/>
              </a:ext>
            </a:extLst>
          </p:cNvPr>
          <p:cNvSpPr>
            <a:spLocks noGrp="1"/>
          </p:cNvSpPr>
          <p:nvPr>
            <p:ph type="title"/>
          </p:nvPr>
        </p:nvSpPr>
        <p:spPr/>
        <p:txBody>
          <a:bodyPr rtlCol="0">
            <a:normAutofit fontScale="90000"/>
          </a:bodyPr>
          <a:lstStyle/>
          <a:p>
            <a:pPr rtl="0"/>
            <a:r>
              <a:rPr lang="nl-NL" dirty="0"/>
              <a:t>Koppeltabel in Entity Framework</a:t>
            </a:r>
          </a:p>
        </p:txBody>
      </p:sp>
      <p:sp>
        <p:nvSpPr>
          <p:cNvPr id="4" name="Tijdelijke aanduiding voor tekst 3">
            <a:extLst>
              <a:ext uri="{FF2B5EF4-FFF2-40B4-BE49-F238E27FC236}">
                <a16:creationId xmlns:a16="http://schemas.microsoft.com/office/drawing/2014/main" id="{A17F80A9-6337-524E-AC61-32C5AFEE8E6D}"/>
              </a:ext>
            </a:extLst>
          </p:cNvPr>
          <p:cNvSpPr>
            <a:spLocks noGrp="1"/>
          </p:cNvSpPr>
          <p:nvPr>
            <p:ph type="body" sz="quarter" idx="11"/>
          </p:nvPr>
        </p:nvSpPr>
        <p:spPr>
          <a:xfrm>
            <a:off x="952499" y="2289363"/>
            <a:ext cx="5038726" cy="2795232"/>
          </a:xfrm>
        </p:spPr>
        <p:txBody>
          <a:bodyPr vert="horz" lIns="0" tIns="0" rIns="0" bIns="0" rtlCol="0" anchor="t">
            <a:noAutofit/>
          </a:bodyPr>
          <a:lstStyle/>
          <a:p>
            <a:pPr rtl="0"/>
            <a:r>
              <a:rPr lang="nl-NL" i="1" dirty="0"/>
              <a:t>Hoe beschrijven we nu een koppeltabel in Entity Framework?</a:t>
            </a:r>
          </a:p>
          <a:p>
            <a:pPr rtl="0"/>
            <a:r>
              <a:rPr lang="nl-NL" dirty="0"/>
              <a:t>Omdat een koppeltabel niet meer is dan deze relatie:</a:t>
            </a:r>
          </a:p>
          <a:p>
            <a:pPr rtl="0"/>
            <a:r>
              <a:rPr lang="nl-NL" dirty="0"/>
              <a:t>A                       Koppeltabel                      B</a:t>
            </a:r>
          </a:p>
          <a:p>
            <a:pPr rtl="0"/>
            <a:r>
              <a:rPr lang="nl-NL" dirty="0"/>
              <a:t>Kunnen we een koppeltabel gebruiken via twee </a:t>
            </a:r>
            <a:r>
              <a:rPr lang="nl-NL" dirty="0" err="1"/>
              <a:t>one-to-many</a:t>
            </a:r>
            <a:r>
              <a:rPr lang="nl-NL" dirty="0"/>
              <a:t> relaties naar de koppeltabel in Entity Framework.</a:t>
            </a:r>
          </a:p>
          <a:p>
            <a:pPr rtl="0"/>
            <a:endParaRPr lang="nl-NL" dirty="0"/>
          </a:p>
        </p:txBody>
      </p:sp>
      <p:sp>
        <p:nvSpPr>
          <p:cNvPr id="7" name="Tijdelijke aanduiding voor dianumm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nl-NL" smtClean="0"/>
              <a:pPr rtl="0"/>
              <a:t>23</a:t>
            </a:fld>
            <a:endParaRPr lang="nl-NL"/>
          </a:p>
        </p:txBody>
      </p:sp>
      <p:sp>
        <p:nvSpPr>
          <p:cNvPr id="6" name="Tijdelijke aanduiding voor voettekst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pPr rtl="0"/>
            <a:r>
              <a:rPr lang="nl-NL" dirty="0"/>
              <a:t>Koppeltabellen</a:t>
            </a:r>
          </a:p>
        </p:txBody>
      </p:sp>
      <p:sp>
        <p:nvSpPr>
          <p:cNvPr id="5" name="Tijdelijke aanduiding voor datum 4">
            <a:extLst>
              <a:ext uri="{FF2B5EF4-FFF2-40B4-BE49-F238E27FC236}">
                <a16:creationId xmlns:a16="http://schemas.microsoft.com/office/drawing/2014/main" id="{2E803E71-3088-0347-9BCC-16ADB551CCC8}"/>
              </a:ext>
            </a:extLst>
          </p:cNvPr>
          <p:cNvSpPr>
            <a:spLocks noGrp="1"/>
          </p:cNvSpPr>
          <p:nvPr>
            <p:ph type="dt" sz="half" idx="14"/>
          </p:nvPr>
        </p:nvSpPr>
        <p:spPr>
          <a:xfrm>
            <a:off x="2992120" y="6332220"/>
            <a:ext cx="1313180" cy="247651"/>
          </a:xfrm>
        </p:spPr>
        <p:txBody>
          <a:bodyPr rtlCol="0"/>
          <a:lstStyle/>
          <a:p>
            <a:pPr rtl="0"/>
            <a:fld id="{E9869705-C13B-4B85-B33B-E0C7B7854E8B}" type="datetime4">
              <a:rPr lang="nl-NL" smtClean="0"/>
              <a:t>3 oktober 2023</a:t>
            </a:fld>
            <a:endParaRPr lang="nl-NL"/>
          </a:p>
        </p:txBody>
      </p:sp>
      <p:pic>
        <p:nvPicPr>
          <p:cNvPr id="2" name="Picture 1" descr="Diagram&#10;&#10;Description automatically generated">
            <a:extLst>
              <a:ext uri="{FF2B5EF4-FFF2-40B4-BE49-F238E27FC236}">
                <a16:creationId xmlns:a16="http://schemas.microsoft.com/office/drawing/2014/main" id="{17FD95F9-F3E5-5A31-2DF1-29EFEDF6977B}"/>
              </a:ext>
            </a:extLst>
          </p:cNvPr>
          <p:cNvPicPr>
            <a:picLocks noChangeAspect="1"/>
          </p:cNvPicPr>
          <p:nvPr/>
        </p:nvPicPr>
        <p:blipFill rotWithShape="1">
          <a:blip r:embed="rId3">
            <a:extLst>
              <a:ext uri="{28A0092B-C50C-407E-A947-70E740481C1C}">
                <a14:useLocalDpi xmlns:a14="http://schemas.microsoft.com/office/drawing/2010/main" val="0"/>
              </a:ext>
            </a:extLst>
          </a:blip>
          <a:srcRect l="40581" t="19886" r="46877" b="74134"/>
          <a:stretch/>
        </p:blipFill>
        <p:spPr>
          <a:xfrm>
            <a:off x="1130433" y="3279469"/>
            <a:ext cx="1028571" cy="261813"/>
          </a:xfrm>
          <a:prstGeom prst="rect">
            <a:avLst/>
          </a:prstGeom>
        </p:spPr>
      </p:pic>
      <p:pic>
        <p:nvPicPr>
          <p:cNvPr id="8" name="Picture 7" descr="Diagram&#10;&#10;Description automatically generated">
            <a:extLst>
              <a:ext uri="{FF2B5EF4-FFF2-40B4-BE49-F238E27FC236}">
                <a16:creationId xmlns:a16="http://schemas.microsoft.com/office/drawing/2014/main" id="{39209EBB-5BB6-F7B0-6247-F3A046A2444E}"/>
              </a:ext>
            </a:extLst>
          </p:cNvPr>
          <p:cNvPicPr>
            <a:picLocks noChangeAspect="1"/>
          </p:cNvPicPr>
          <p:nvPr/>
        </p:nvPicPr>
        <p:blipFill rotWithShape="1">
          <a:blip r:embed="rId3">
            <a:extLst>
              <a:ext uri="{28A0092B-C50C-407E-A947-70E740481C1C}">
                <a14:useLocalDpi xmlns:a14="http://schemas.microsoft.com/office/drawing/2010/main" val="0"/>
              </a:ext>
            </a:extLst>
          </a:blip>
          <a:srcRect l="40581" t="19886" r="46877" b="74134"/>
          <a:stretch/>
        </p:blipFill>
        <p:spPr>
          <a:xfrm rot="10800000">
            <a:off x="3285241" y="3279469"/>
            <a:ext cx="1028571" cy="261813"/>
          </a:xfrm>
          <a:prstGeom prst="rect">
            <a:avLst/>
          </a:prstGeom>
        </p:spPr>
      </p:pic>
      <p:pic>
        <p:nvPicPr>
          <p:cNvPr id="11" name="Picture 10" descr="Diagram&#10;&#10;Description automatically generated">
            <a:extLst>
              <a:ext uri="{FF2B5EF4-FFF2-40B4-BE49-F238E27FC236}">
                <a16:creationId xmlns:a16="http://schemas.microsoft.com/office/drawing/2014/main" id="{52C06B33-8EC5-47BE-58B3-969BC46FB8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2" y="253981"/>
            <a:ext cx="5746140" cy="2927795"/>
          </a:xfrm>
          <a:prstGeom prst="rect">
            <a:avLst/>
          </a:prstGeom>
        </p:spPr>
      </p:pic>
    </p:spTree>
    <p:extLst>
      <p:ext uri="{BB962C8B-B14F-4D97-AF65-F5344CB8AC3E}">
        <p14:creationId xmlns:p14="http://schemas.microsoft.com/office/powerpoint/2010/main" val="2832365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353F689-2E51-BF4F-AE47-7CEB7CC4C52A}"/>
              </a:ext>
            </a:extLst>
          </p:cNvPr>
          <p:cNvSpPr>
            <a:spLocks noGrp="1"/>
          </p:cNvSpPr>
          <p:nvPr>
            <p:ph type="title"/>
          </p:nvPr>
        </p:nvSpPr>
        <p:spPr/>
        <p:txBody>
          <a:bodyPr rtlCol="0">
            <a:normAutofit fontScale="90000"/>
          </a:bodyPr>
          <a:lstStyle/>
          <a:p>
            <a:pPr rtl="0"/>
            <a:r>
              <a:rPr lang="nl-NL" dirty="0"/>
              <a:t>Koppeltabel in Entity Framework</a:t>
            </a:r>
          </a:p>
        </p:txBody>
      </p:sp>
      <p:sp>
        <p:nvSpPr>
          <p:cNvPr id="4" name="Tijdelijke aanduiding voor tekst 3">
            <a:extLst>
              <a:ext uri="{FF2B5EF4-FFF2-40B4-BE49-F238E27FC236}">
                <a16:creationId xmlns:a16="http://schemas.microsoft.com/office/drawing/2014/main" id="{A17F80A9-6337-524E-AC61-32C5AFEE8E6D}"/>
              </a:ext>
            </a:extLst>
          </p:cNvPr>
          <p:cNvSpPr>
            <a:spLocks noGrp="1"/>
          </p:cNvSpPr>
          <p:nvPr>
            <p:ph type="body" sz="quarter" idx="11"/>
          </p:nvPr>
        </p:nvSpPr>
        <p:spPr/>
        <p:txBody>
          <a:bodyPr rtlCol="0"/>
          <a:lstStyle/>
          <a:p>
            <a:pPr rtl="0"/>
            <a:r>
              <a:rPr lang="nl-NL" dirty="0"/>
              <a:t>De eigenschappen gemarkeerd met ‘</a:t>
            </a:r>
            <a:r>
              <a:rPr lang="nl-NL" dirty="0" err="1"/>
              <a:t>Navigation</a:t>
            </a:r>
            <a:r>
              <a:rPr lang="nl-NL" dirty="0"/>
              <a:t> property’ komen niet in de database, maar worden gebruikt om makkelijk naar gerelateerde data te navigeren.</a:t>
            </a:r>
          </a:p>
          <a:p>
            <a:pPr rtl="0"/>
            <a:r>
              <a:rPr lang="nl-NL" dirty="0"/>
              <a:t>Wanneer ‘Group’ in </a:t>
            </a:r>
            <a:r>
              <a:rPr lang="nl-NL" dirty="0" err="1"/>
              <a:t>GroupUser</a:t>
            </a:r>
            <a:r>
              <a:rPr lang="nl-NL" dirty="0"/>
              <a:t> wordt aangesproken weet </a:t>
            </a:r>
            <a:r>
              <a:rPr lang="nl-NL" dirty="0" err="1"/>
              <a:t>EntityFramework</a:t>
            </a:r>
            <a:r>
              <a:rPr lang="nl-NL" dirty="0"/>
              <a:t> via de </a:t>
            </a:r>
            <a:r>
              <a:rPr lang="nl-NL" dirty="0" err="1"/>
              <a:t>Foreign</a:t>
            </a:r>
            <a:r>
              <a:rPr lang="nl-NL" dirty="0"/>
              <a:t> </a:t>
            </a:r>
            <a:r>
              <a:rPr lang="nl-NL" dirty="0" err="1"/>
              <a:t>Key</a:t>
            </a:r>
            <a:r>
              <a:rPr lang="nl-NL" dirty="0"/>
              <a:t> ‘</a:t>
            </a:r>
            <a:r>
              <a:rPr lang="nl-NL" dirty="0" err="1"/>
              <a:t>GroupId</a:t>
            </a:r>
            <a:r>
              <a:rPr lang="nl-NL" dirty="0"/>
              <a:t>’ welke groep erbij hoort.</a:t>
            </a:r>
          </a:p>
        </p:txBody>
      </p:sp>
      <p:sp>
        <p:nvSpPr>
          <p:cNvPr id="7" name="Tijdelijke aanduiding voor dianumm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nl-NL" smtClean="0"/>
              <a:pPr rtl="0"/>
              <a:t>24</a:t>
            </a:fld>
            <a:endParaRPr lang="nl-NL"/>
          </a:p>
        </p:txBody>
      </p:sp>
      <p:sp>
        <p:nvSpPr>
          <p:cNvPr id="6" name="Tijdelijke aanduiding voor voettekst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pPr rtl="0"/>
            <a:r>
              <a:rPr lang="nl-NL" dirty="0"/>
              <a:t>Koppeltabellen</a:t>
            </a:r>
          </a:p>
        </p:txBody>
      </p:sp>
      <p:sp>
        <p:nvSpPr>
          <p:cNvPr id="5" name="Tijdelijke aanduiding voor datum 4">
            <a:extLst>
              <a:ext uri="{FF2B5EF4-FFF2-40B4-BE49-F238E27FC236}">
                <a16:creationId xmlns:a16="http://schemas.microsoft.com/office/drawing/2014/main" id="{2E803E71-3088-0347-9BCC-16ADB551CCC8}"/>
              </a:ext>
            </a:extLst>
          </p:cNvPr>
          <p:cNvSpPr>
            <a:spLocks noGrp="1"/>
          </p:cNvSpPr>
          <p:nvPr>
            <p:ph type="dt" sz="half" idx="14"/>
          </p:nvPr>
        </p:nvSpPr>
        <p:spPr>
          <a:xfrm>
            <a:off x="2992120" y="6332220"/>
            <a:ext cx="1313180" cy="247651"/>
          </a:xfrm>
        </p:spPr>
        <p:txBody>
          <a:bodyPr rtlCol="0"/>
          <a:lstStyle/>
          <a:p>
            <a:pPr rtl="0"/>
            <a:fld id="{E9869705-C13B-4B85-B33B-E0C7B7854E8B}" type="datetime4">
              <a:rPr lang="nl-NL" smtClean="0"/>
              <a:t>3 oktober 2023</a:t>
            </a:fld>
            <a:endParaRPr lang="nl-NL"/>
          </a:p>
        </p:txBody>
      </p:sp>
      <p:pic>
        <p:nvPicPr>
          <p:cNvPr id="9" name="Picture 8" descr="Diagram&#10;&#10;Description automatically generated">
            <a:extLst>
              <a:ext uri="{FF2B5EF4-FFF2-40B4-BE49-F238E27FC236}">
                <a16:creationId xmlns:a16="http://schemas.microsoft.com/office/drawing/2014/main" id="{49E9A66B-BBAD-3867-C604-99457758F9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2" y="253981"/>
            <a:ext cx="5746140" cy="2927795"/>
          </a:xfrm>
          <a:prstGeom prst="rect">
            <a:avLst/>
          </a:prstGeom>
        </p:spPr>
      </p:pic>
      <p:pic>
        <p:nvPicPr>
          <p:cNvPr id="12" name="Picture 11">
            <a:extLst>
              <a:ext uri="{FF2B5EF4-FFF2-40B4-BE49-F238E27FC236}">
                <a16:creationId xmlns:a16="http://schemas.microsoft.com/office/drawing/2014/main" id="{4CFF400C-1B56-9865-3DD6-E51290677FF9}"/>
              </a:ext>
            </a:extLst>
          </p:cNvPr>
          <p:cNvPicPr>
            <a:picLocks noChangeAspect="1"/>
          </p:cNvPicPr>
          <p:nvPr/>
        </p:nvPicPr>
        <p:blipFill>
          <a:blip r:embed="rId4"/>
          <a:stretch>
            <a:fillRect/>
          </a:stretch>
        </p:blipFill>
        <p:spPr>
          <a:xfrm>
            <a:off x="3299187" y="4315778"/>
            <a:ext cx="4443763" cy="2264093"/>
          </a:xfrm>
          <a:prstGeom prst="rect">
            <a:avLst/>
          </a:prstGeom>
        </p:spPr>
      </p:pic>
      <p:pic>
        <p:nvPicPr>
          <p:cNvPr id="14" name="Picture 13">
            <a:extLst>
              <a:ext uri="{FF2B5EF4-FFF2-40B4-BE49-F238E27FC236}">
                <a16:creationId xmlns:a16="http://schemas.microsoft.com/office/drawing/2014/main" id="{D712AF1A-228B-00FE-C361-DB57CD0E6498}"/>
              </a:ext>
            </a:extLst>
          </p:cNvPr>
          <p:cNvPicPr>
            <a:picLocks noChangeAspect="1"/>
          </p:cNvPicPr>
          <p:nvPr/>
        </p:nvPicPr>
        <p:blipFill>
          <a:blip r:embed="rId5"/>
          <a:stretch>
            <a:fillRect/>
          </a:stretch>
        </p:blipFill>
        <p:spPr>
          <a:xfrm>
            <a:off x="7742950" y="4982930"/>
            <a:ext cx="4443763" cy="1875070"/>
          </a:xfrm>
          <a:prstGeom prst="rect">
            <a:avLst/>
          </a:prstGeom>
        </p:spPr>
      </p:pic>
      <p:pic>
        <p:nvPicPr>
          <p:cNvPr id="16" name="Picture 15">
            <a:extLst>
              <a:ext uri="{FF2B5EF4-FFF2-40B4-BE49-F238E27FC236}">
                <a16:creationId xmlns:a16="http://schemas.microsoft.com/office/drawing/2014/main" id="{4248BA82-0A36-9349-07D2-3ED91DC88BD1}"/>
              </a:ext>
            </a:extLst>
          </p:cNvPr>
          <p:cNvPicPr>
            <a:picLocks noChangeAspect="1"/>
          </p:cNvPicPr>
          <p:nvPr/>
        </p:nvPicPr>
        <p:blipFill>
          <a:blip r:embed="rId6"/>
          <a:stretch>
            <a:fillRect/>
          </a:stretch>
        </p:blipFill>
        <p:spPr>
          <a:xfrm>
            <a:off x="7363189" y="3242238"/>
            <a:ext cx="3357874" cy="1494795"/>
          </a:xfrm>
          <a:prstGeom prst="rect">
            <a:avLst/>
          </a:prstGeom>
        </p:spPr>
      </p:pic>
    </p:spTree>
    <p:extLst>
      <p:ext uri="{BB962C8B-B14F-4D97-AF65-F5344CB8AC3E}">
        <p14:creationId xmlns:p14="http://schemas.microsoft.com/office/powerpoint/2010/main" val="4095496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353F689-2E51-BF4F-AE47-7CEB7CC4C52A}"/>
              </a:ext>
            </a:extLst>
          </p:cNvPr>
          <p:cNvSpPr>
            <a:spLocks noGrp="1"/>
          </p:cNvSpPr>
          <p:nvPr>
            <p:ph type="title"/>
          </p:nvPr>
        </p:nvSpPr>
        <p:spPr/>
        <p:txBody>
          <a:bodyPr rtlCol="0">
            <a:normAutofit fontScale="90000"/>
          </a:bodyPr>
          <a:lstStyle/>
          <a:p>
            <a:pPr rtl="0"/>
            <a:r>
              <a:rPr lang="nl-NL" dirty="0"/>
              <a:t>Koppeltabel in Entity Framework</a:t>
            </a:r>
          </a:p>
        </p:txBody>
      </p:sp>
      <p:sp>
        <p:nvSpPr>
          <p:cNvPr id="4" name="Tijdelijke aanduiding voor tekst 3">
            <a:extLst>
              <a:ext uri="{FF2B5EF4-FFF2-40B4-BE49-F238E27FC236}">
                <a16:creationId xmlns:a16="http://schemas.microsoft.com/office/drawing/2014/main" id="{A17F80A9-6337-524E-AC61-32C5AFEE8E6D}"/>
              </a:ext>
            </a:extLst>
          </p:cNvPr>
          <p:cNvSpPr>
            <a:spLocks noGrp="1"/>
          </p:cNvSpPr>
          <p:nvPr>
            <p:ph type="body" sz="quarter" idx="11"/>
          </p:nvPr>
        </p:nvSpPr>
        <p:spPr>
          <a:xfrm>
            <a:off x="952499" y="2289363"/>
            <a:ext cx="5128039" cy="2795232"/>
          </a:xfrm>
        </p:spPr>
        <p:txBody>
          <a:bodyPr rtlCol="0"/>
          <a:lstStyle/>
          <a:p>
            <a:pPr rtl="0"/>
            <a:r>
              <a:rPr lang="nl-NL" b="1" dirty="0"/>
              <a:t>Alternatieve oplossing:</a:t>
            </a:r>
          </a:p>
          <a:p>
            <a:pPr rtl="0"/>
            <a:r>
              <a:rPr lang="nl-NL" dirty="0"/>
              <a:t>Sinds Entity Framework 6 wordt voor de </a:t>
            </a:r>
            <a:r>
              <a:rPr lang="nl-NL" dirty="0" err="1"/>
              <a:t>many-to-many</a:t>
            </a:r>
            <a:r>
              <a:rPr lang="nl-NL" dirty="0"/>
              <a:t> ook ondersteund dat er geen model is voor de koppeltabel (er is uiteraard wel een koppeltabel in de database)</a:t>
            </a:r>
          </a:p>
          <a:p>
            <a:pPr rtl="0"/>
            <a:r>
              <a:rPr lang="nl-NL" dirty="0"/>
              <a:t>Dit heeft als nadeel dat je geen data in de koppeltabel kunt zetten (zoals Aantal of Kwaliteit bij het Pokémon kaarten voorbeeld)</a:t>
            </a:r>
          </a:p>
        </p:txBody>
      </p:sp>
      <p:sp>
        <p:nvSpPr>
          <p:cNvPr id="7" name="Tijdelijke aanduiding voor dianumm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nl-NL" smtClean="0"/>
              <a:pPr rtl="0"/>
              <a:t>25</a:t>
            </a:fld>
            <a:endParaRPr lang="nl-NL"/>
          </a:p>
        </p:txBody>
      </p:sp>
      <p:sp>
        <p:nvSpPr>
          <p:cNvPr id="6" name="Tijdelijke aanduiding voor voettekst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pPr rtl="0"/>
            <a:r>
              <a:rPr lang="nl-NL" dirty="0"/>
              <a:t>Koppeltabellen</a:t>
            </a:r>
          </a:p>
        </p:txBody>
      </p:sp>
      <p:sp>
        <p:nvSpPr>
          <p:cNvPr id="5" name="Tijdelijke aanduiding voor datum 4">
            <a:extLst>
              <a:ext uri="{FF2B5EF4-FFF2-40B4-BE49-F238E27FC236}">
                <a16:creationId xmlns:a16="http://schemas.microsoft.com/office/drawing/2014/main" id="{2E803E71-3088-0347-9BCC-16ADB551CCC8}"/>
              </a:ext>
            </a:extLst>
          </p:cNvPr>
          <p:cNvSpPr>
            <a:spLocks noGrp="1"/>
          </p:cNvSpPr>
          <p:nvPr>
            <p:ph type="dt" sz="half" idx="14"/>
          </p:nvPr>
        </p:nvSpPr>
        <p:spPr>
          <a:xfrm>
            <a:off x="2992120" y="6332220"/>
            <a:ext cx="1313180" cy="247651"/>
          </a:xfrm>
        </p:spPr>
        <p:txBody>
          <a:bodyPr rtlCol="0"/>
          <a:lstStyle/>
          <a:p>
            <a:pPr rtl="0"/>
            <a:fld id="{E9869705-C13B-4B85-B33B-E0C7B7854E8B}" type="datetime4">
              <a:rPr lang="nl-NL" smtClean="0"/>
              <a:t>3 oktober 2023</a:t>
            </a:fld>
            <a:endParaRPr lang="nl-NL"/>
          </a:p>
        </p:txBody>
      </p:sp>
      <p:pic>
        <p:nvPicPr>
          <p:cNvPr id="11" name="Picture 10" descr="Diagram&#10;&#10;Description automatically generated">
            <a:extLst>
              <a:ext uri="{FF2B5EF4-FFF2-40B4-BE49-F238E27FC236}">
                <a16:creationId xmlns:a16="http://schemas.microsoft.com/office/drawing/2014/main" id="{52C06B33-8EC5-47BE-58B3-969BC46FB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2" y="253981"/>
            <a:ext cx="5746140" cy="2927795"/>
          </a:xfrm>
          <a:prstGeom prst="rect">
            <a:avLst/>
          </a:prstGeom>
        </p:spPr>
      </p:pic>
      <p:pic>
        <p:nvPicPr>
          <p:cNvPr id="10" name="Picture 9">
            <a:extLst>
              <a:ext uri="{FF2B5EF4-FFF2-40B4-BE49-F238E27FC236}">
                <a16:creationId xmlns:a16="http://schemas.microsoft.com/office/drawing/2014/main" id="{8222C1C3-14D5-348D-233D-BEB9A10D626D}"/>
              </a:ext>
            </a:extLst>
          </p:cNvPr>
          <p:cNvPicPr>
            <a:picLocks noChangeAspect="1"/>
          </p:cNvPicPr>
          <p:nvPr/>
        </p:nvPicPr>
        <p:blipFill>
          <a:blip r:embed="rId4"/>
          <a:stretch>
            <a:fillRect/>
          </a:stretch>
        </p:blipFill>
        <p:spPr>
          <a:xfrm>
            <a:off x="7244903" y="3429000"/>
            <a:ext cx="4676241" cy="2306090"/>
          </a:xfrm>
          <a:prstGeom prst="rect">
            <a:avLst/>
          </a:prstGeom>
        </p:spPr>
      </p:pic>
      <p:pic>
        <p:nvPicPr>
          <p:cNvPr id="13" name="Picture 12">
            <a:extLst>
              <a:ext uri="{FF2B5EF4-FFF2-40B4-BE49-F238E27FC236}">
                <a16:creationId xmlns:a16="http://schemas.microsoft.com/office/drawing/2014/main" id="{8C3D0E1F-6CB9-44FD-AA32-AC84FB24603A}"/>
              </a:ext>
            </a:extLst>
          </p:cNvPr>
          <p:cNvPicPr>
            <a:picLocks noChangeAspect="1"/>
          </p:cNvPicPr>
          <p:nvPr/>
        </p:nvPicPr>
        <p:blipFill>
          <a:blip r:embed="rId5"/>
          <a:stretch>
            <a:fillRect/>
          </a:stretch>
        </p:blipFill>
        <p:spPr>
          <a:xfrm>
            <a:off x="2608976" y="4057995"/>
            <a:ext cx="4477870" cy="2274225"/>
          </a:xfrm>
          <a:prstGeom prst="rect">
            <a:avLst/>
          </a:prstGeom>
        </p:spPr>
      </p:pic>
    </p:spTree>
    <p:extLst>
      <p:ext uri="{BB962C8B-B14F-4D97-AF65-F5344CB8AC3E}">
        <p14:creationId xmlns:p14="http://schemas.microsoft.com/office/powerpoint/2010/main" val="38290495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DF3D98-3C30-4CFC-8643-C81E829C8C25}"/>
              </a:ext>
            </a:extLst>
          </p:cNvPr>
          <p:cNvSpPr>
            <a:spLocks noGrp="1"/>
          </p:cNvSpPr>
          <p:nvPr>
            <p:ph type="title"/>
          </p:nvPr>
        </p:nvSpPr>
        <p:spPr/>
        <p:txBody>
          <a:bodyPr rtlCol="0">
            <a:normAutofit/>
          </a:bodyPr>
          <a:lstStyle/>
          <a:p>
            <a:pPr rtl="0"/>
            <a:r>
              <a:rPr lang="nl-NL" dirty="0"/>
              <a:t>Extra bronnen</a:t>
            </a:r>
          </a:p>
        </p:txBody>
      </p:sp>
      <p:sp>
        <p:nvSpPr>
          <p:cNvPr id="11" name="Subtitel 10">
            <a:extLst>
              <a:ext uri="{FF2B5EF4-FFF2-40B4-BE49-F238E27FC236}">
                <a16:creationId xmlns:a16="http://schemas.microsoft.com/office/drawing/2014/main" id="{F0F25866-5DB1-334A-8037-692579FBDE39}"/>
              </a:ext>
            </a:extLst>
          </p:cNvPr>
          <p:cNvSpPr>
            <a:spLocks noGrp="1"/>
          </p:cNvSpPr>
          <p:nvPr>
            <p:ph type="subTitle" idx="1"/>
          </p:nvPr>
        </p:nvSpPr>
        <p:spPr/>
        <p:txBody>
          <a:bodyPr rtlCol="0"/>
          <a:lstStyle/>
          <a:p>
            <a:pPr marL="285750" indent="-285750" rtl="0">
              <a:buFont typeface="Arial" panose="020B0604020202020204" pitchFamily="34" charset="0"/>
              <a:buChar char="•"/>
            </a:pPr>
            <a:r>
              <a:rPr lang="nl-NL" dirty="0" err="1">
                <a:hlinkClick r:id="rId3"/>
              </a:rPr>
              <a:t>Relationships</a:t>
            </a:r>
            <a:r>
              <a:rPr lang="nl-NL" dirty="0">
                <a:hlinkClick r:id="rId3"/>
              </a:rPr>
              <a:t> in Entity Framework</a:t>
            </a:r>
            <a:endParaRPr lang="nl-NL" dirty="0"/>
          </a:p>
          <a:p>
            <a:pPr marL="285750" indent="-285750" rtl="0">
              <a:buFont typeface="Arial" panose="020B0604020202020204" pitchFamily="34" charset="0"/>
              <a:buChar char="•"/>
            </a:pPr>
            <a:r>
              <a:rPr lang="nl-NL" dirty="0" err="1">
                <a:hlinkClick r:id="rId4"/>
              </a:rPr>
              <a:t>Many-to-many</a:t>
            </a:r>
            <a:r>
              <a:rPr lang="nl-NL" dirty="0">
                <a:hlinkClick r:id="rId4"/>
              </a:rPr>
              <a:t> in Entity Framework</a:t>
            </a:r>
            <a:endParaRPr lang="nl-NL" dirty="0"/>
          </a:p>
          <a:p>
            <a:pPr rtl="0"/>
            <a:endParaRPr lang="nl-NL" dirty="0"/>
          </a:p>
          <a:p>
            <a:pPr rtl="0"/>
            <a:endParaRPr lang="nl-NL" dirty="0"/>
          </a:p>
        </p:txBody>
      </p:sp>
      <p:pic>
        <p:nvPicPr>
          <p:cNvPr id="13" name="Tijdelijke aanduiding voor afbeelding 12" descr="Portret van een teamlid">
            <a:extLst>
              <a:ext uri="{FF2B5EF4-FFF2-40B4-BE49-F238E27FC236}">
                <a16:creationId xmlns:a16="http://schemas.microsoft.com/office/drawing/2014/main" id="{EC944911-7CDD-41CC-A7F0-5B0CF85D545C}"/>
              </a:ext>
              <a:ext uri="{C183D7F6-B498-43B3-948B-1728B52AA6E4}">
                <adec:decorative xmlns:adec="http://schemas.microsoft.com/office/drawing/2017/decorative" val="0"/>
              </a:ext>
            </a:extLst>
          </p:cNvPr>
          <p:cNvPicPr>
            <a:picLocks noGrp="1" noChangeAspect="1"/>
          </p:cNvPicPr>
          <p:nvPr>
            <p:ph type="pic" sz="quarter" idx="13"/>
          </p:nvPr>
        </p:nvPicPr>
        <p:blipFill>
          <a:blip r:embed="rId5">
            <a:extLst>
              <a:ext uri="{28A0092B-C50C-407E-A947-70E740481C1C}">
                <a14:useLocalDpi xmlns:a14="http://schemas.microsoft.com/office/drawing/2010/main" val="0"/>
              </a:ext>
            </a:extLst>
          </a:blip>
          <a:srcRect/>
          <a:stretch>
            <a:fillRect/>
          </a:stretch>
        </p:blipFill>
        <p:spPr/>
      </p:pic>
      <p:sp>
        <p:nvSpPr>
          <p:cNvPr id="9" name="Tijdelijke aanduiding voor tekst 8">
            <a:extLst>
              <a:ext uri="{FF2B5EF4-FFF2-40B4-BE49-F238E27FC236}">
                <a16:creationId xmlns:a16="http://schemas.microsoft.com/office/drawing/2014/main" id="{76767661-63CB-A645-82F2-3B860E338B67}"/>
              </a:ext>
            </a:extLst>
          </p:cNvPr>
          <p:cNvSpPr>
            <a:spLocks noGrp="1"/>
          </p:cNvSpPr>
          <p:nvPr>
            <p:ph type="body" sz="quarter" idx="11"/>
          </p:nvPr>
        </p:nvSpPr>
        <p:spPr/>
        <p:txBody>
          <a:bodyPr rtlCol="0"/>
          <a:lstStyle/>
          <a:p>
            <a:pPr rtl="0"/>
            <a:r>
              <a:rPr lang="nl-NL" b="1" dirty="0"/>
              <a:t>Tim Lutt  </a:t>
            </a:r>
            <a:r>
              <a:rPr lang="nl-NL" dirty="0"/>
              <a:t>  </a:t>
            </a:r>
          </a:p>
          <a:p>
            <a:pPr rtl="0"/>
            <a:r>
              <a:rPr lang="nl-NL" dirty="0"/>
              <a:t>tl10@curio.nl</a:t>
            </a:r>
          </a:p>
        </p:txBody>
      </p:sp>
    </p:spTree>
    <p:extLst>
      <p:ext uri="{BB962C8B-B14F-4D97-AF65-F5344CB8AC3E}">
        <p14:creationId xmlns:p14="http://schemas.microsoft.com/office/powerpoint/2010/main" val="2336677316"/>
      </p:ext>
    </p:extLst>
  </p:cSld>
  <p:clrMapOvr>
    <a:masterClrMapping/>
  </p:clrMapOvr>
</p:sld>
</file>

<file path=ppt/theme/theme1.xml><?xml version="1.0" encoding="utf-8"?>
<a:theme xmlns:a="http://schemas.openxmlformats.org/drawingml/2006/main" name="Thema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328_TF78853419_Win32" id="{DDD3E008-2388-4947-AC99-A18077BDD7B3}" vid="{644DBD45-836C-44F5-9B69-408D937DB762}"/>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2d96f5cc-d7ea-40f6-93af-32a13c797d1b" xsi:nil="true"/>
    <TaxCatchAll xmlns="91cdf6f5-f056-495a-8e79-c5907b52ee15" xsi:nil="true"/>
    <lcf76f155ced4ddcb4097134ff3c332f xmlns="2d96f5cc-d7ea-40f6-93af-32a13c797d1b">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C12EF286F59344C916594550B43FF54" ma:contentTypeVersion="17" ma:contentTypeDescription="Een nieuw document maken." ma:contentTypeScope="" ma:versionID="afe30f9564a2e70d2b431d9081573552">
  <xsd:schema xmlns:xsd="http://www.w3.org/2001/XMLSchema" xmlns:xs="http://www.w3.org/2001/XMLSchema" xmlns:p="http://schemas.microsoft.com/office/2006/metadata/properties" xmlns:ns2="2d96f5cc-d7ea-40f6-93af-32a13c797d1b" xmlns:ns3="91cdf6f5-f056-495a-8e79-c5907b52ee15" targetNamespace="http://schemas.microsoft.com/office/2006/metadata/properties" ma:root="true" ma:fieldsID="a5249010e041e807fb67b9148b4ccc26" ns2:_="" ns3:_="">
    <xsd:import namespace="2d96f5cc-d7ea-40f6-93af-32a13c797d1b"/>
    <xsd:import namespace="91cdf6f5-f056-495a-8e79-c5907b52ee1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MediaServiceAutoKeyPoints" minOccurs="0"/>
                <xsd:element ref="ns2:MediaServiceKeyPoint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96f5cc-d7ea-40f6-93af-32a13c797d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Afbeeldingtags" ma:readOnly="false" ma:fieldId="{5cf76f15-5ced-4ddc-b409-7134ff3c332f}" ma:taxonomyMulti="true" ma:sspId="e9fe1b67-3931-4f35-a864-608d508774d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cdf6f5-f056-495a-8e79-c5907b52ee15" elementFormDefault="qualified">
    <xsd:import namespace="http://schemas.microsoft.com/office/2006/documentManagement/types"/>
    <xsd:import namespace="http://schemas.microsoft.com/office/infopath/2007/PartnerControls"/>
    <xsd:element name="SharedWithUsers" ma:index="10"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Gedeeld met details" ma:internalName="SharedWithDetails" ma:readOnly="true">
      <xsd:simpleType>
        <xsd:restriction base="dms:Note">
          <xsd:maxLength value="255"/>
        </xsd:restriction>
      </xsd:simpleType>
    </xsd:element>
    <xsd:element name="TaxCatchAll" ma:index="23" nillable="true" ma:displayName="Taxonomy Catch All Column" ma:hidden="true" ma:list="{ab19739f-a216-4dac-94bd-fedb53e6368f}" ma:internalName="TaxCatchAll" ma:showField="CatchAllData" ma:web="91cdf6f5-f056-495a-8e79-c5907b52ee1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9EC1AB0-9704-404D-B6D3-819D938AC55B}">
  <ds:schemaRefs>
    <ds:schemaRef ds:uri="http://purl.org/dc/terms/"/>
    <ds:schemaRef ds:uri="71af3243-3dd4-4a8d-8c0d-dd76da1f02a5"/>
    <ds:schemaRef ds:uri="http://schemas.microsoft.com/office/2006/metadata/properties"/>
    <ds:schemaRef ds:uri="http://schemas.openxmlformats.org/package/2006/metadata/core-properties"/>
    <ds:schemaRef ds:uri="http://schemas.microsoft.com/office/infopath/2007/PartnerControls"/>
    <ds:schemaRef ds:uri="http://schemas.microsoft.com/office/2006/documentManagement/types"/>
    <ds:schemaRef ds:uri="http://purl.org/dc/dcmitype/"/>
    <ds:schemaRef ds:uri="http://purl.org/dc/elements/1.1/"/>
    <ds:schemaRef ds:uri="16c05727-aa75-4e4a-9b5f-8a80a1165891"/>
    <ds:schemaRef ds:uri="http://www.w3.org/XML/1998/namespace"/>
    <ds:schemaRef ds:uri="2d96f5cc-d7ea-40f6-93af-32a13c797d1b"/>
    <ds:schemaRef ds:uri="91cdf6f5-f056-495a-8e79-c5907b52ee15"/>
  </ds:schemaRefs>
</ds:datastoreItem>
</file>

<file path=customXml/itemProps2.xml><?xml version="1.0" encoding="utf-8"?>
<ds:datastoreItem xmlns:ds="http://schemas.openxmlformats.org/officeDocument/2006/customXml" ds:itemID="{1D20B6E4-879E-4E6C-BDE7-261540CD3765}">
  <ds:schemaRefs>
    <ds:schemaRef ds:uri="http://schemas.microsoft.com/sharepoint/v3/contenttype/forms"/>
  </ds:schemaRefs>
</ds:datastoreItem>
</file>

<file path=customXml/itemProps3.xml><?xml version="1.0" encoding="utf-8"?>
<ds:datastoreItem xmlns:ds="http://schemas.openxmlformats.org/officeDocument/2006/customXml" ds:itemID="{AE829921-5EDA-4CC2-B21B-A2C238933C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96f5cc-d7ea-40f6-93af-32a13c797d1b"/>
    <ds:schemaRef ds:uri="91cdf6f5-f056-495a-8e79-c5907b52ee1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{7BFCA5B5-0170-477B-970F-0DF435353C1E}tf78853419_win32</Template>
  <TotalTime>146</TotalTime>
  <Words>1474</Words>
  <Application>Microsoft Office PowerPoint</Application>
  <PresentationFormat>Widescreen</PresentationFormat>
  <Paragraphs>301</Paragraphs>
  <Slides>26</Slides>
  <Notes>23</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Thema1</vt:lpstr>
      <vt:lpstr>Koppeltabellen Normaliseren</vt:lpstr>
      <vt:lpstr>Inhoud</vt:lpstr>
      <vt:lpstr>Tussen entiteiten (of tabellen/modellen) bestaan verschillende soorten relaties.</vt:lpstr>
      <vt:lpstr>Soorten relaties</vt:lpstr>
      <vt:lpstr>Soorten relaties</vt:lpstr>
      <vt:lpstr>Soorten relaties</vt:lpstr>
      <vt:lpstr>Soorten relaties</vt:lpstr>
      <vt:lpstr>Soorten relaties</vt:lpstr>
      <vt:lpstr>Soorten relaties</vt:lpstr>
      <vt:lpstr>Soorten relaties</vt:lpstr>
      <vt:lpstr>Soorten relaties</vt:lpstr>
      <vt:lpstr>Een genormaliseerd databaseontwerp kan een koppeltabel bevatten.</vt:lpstr>
      <vt:lpstr>Normaliseren</vt:lpstr>
      <vt:lpstr>PowerPoint Presentation</vt:lpstr>
      <vt:lpstr>PowerPoint Presentation</vt:lpstr>
      <vt:lpstr>PowerPoint Presentation</vt:lpstr>
      <vt:lpstr>PowerPoint Presentation</vt:lpstr>
      <vt:lpstr>PowerPoint Presentation</vt:lpstr>
      <vt:lpstr>ERD van het genormaliseerde ontwerp</vt:lpstr>
      <vt:lpstr>Koppeltabel normaliseren</vt:lpstr>
      <vt:lpstr>Koppeltabel normaliseren</vt:lpstr>
      <vt:lpstr>Het kan zijn dat we na de 2e normaalvorm een koppeltabel hebben.</vt:lpstr>
      <vt:lpstr>Koppeltabel in Entity Framework</vt:lpstr>
      <vt:lpstr>Koppeltabel in Entity Framework</vt:lpstr>
      <vt:lpstr>Koppeltabel in Entity Framework</vt:lpstr>
      <vt:lpstr>Extra bronnen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Koppeltabellen</dc:title>
  <dc:creator>Lutt, Tim</dc:creator>
  <cp:lastModifiedBy>Lutt, Tim</cp:lastModifiedBy>
  <cp:revision>13</cp:revision>
  <dcterms:created xsi:type="dcterms:W3CDTF">2023-03-08T11:23:34Z</dcterms:created>
  <dcterms:modified xsi:type="dcterms:W3CDTF">2023-10-03T10:53:50Z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0x0101001C12EF286F59344C916594550B43FF54</vt:lpwstr>
  </property>
  <property fmtid="{D5CDD505-2E9C-101B-9397-08002B2CF9AE}" pid="3" name="MediaServiceImageTags">
    <vt:lpwstr/>
  </property>
</Properties>
</file>